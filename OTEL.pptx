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4" r:id="rId3"/>
    <p:sldId id="259" r:id="rId4"/>
    <p:sldId id="264" r:id="rId5"/>
    <p:sldId id="263" r:id="rId6"/>
    <p:sldId id="258" r:id="rId7"/>
    <p:sldId id="257" r:id="rId8"/>
    <p:sldId id="261" r:id="rId9"/>
    <p:sldId id="277" r:id="rId10"/>
    <p:sldId id="275" r:id="rId11"/>
    <p:sldId id="278" r:id="rId12"/>
    <p:sldId id="285" r:id="rId13"/>
    <p:sldId id="286" r:id="rId14"/>
    <p:sldId id="288" r:id="rId15"/>
    <p:sldId id="289" r:id="rId16"/>
    <p:sldId id="287" r:id="rId17"/>
    <p:sldId id="281" r:id="rId18"/>
    <p:sldId id="284" r:id="rId19"/>
    <p:sldId id="282" r:id="rId20"/>
    <p:sldId id="283" r:id="rId21"/>
    <p:sldId id="279" r:id="rId22"/>
    <p:sldId id="262" r:id="rId23"/>
    <p:sldId id="265" r:id="rId24"/>
    <p:sldId id="292" r:id="rId25"/>
    <p:sldId id="276" r:id="rId26"/>
    <p:sldId id="290" r:id="rId27"/>
    <p:sldId id="280" r:id="rId28"/>
    <p:sldId id="29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0" autoAdjust="0"/>
    <p:restoredTop sz="94660"/>
  </p:normalViewPr>
  <p:slideViewPr>
    <p:cSldViewPr snapToGrid="0">
      <p:cViewPr>
        <p:scale>
          <a:sx n="125" d="100"/>
          <a:sy n="125" d="100"/>
        </p:scale>
        <p:origin x="196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CF5A4-DCFE-4CF5-8A90-5B36815DA31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A4BA-1D4B-47CA-8CEF-AAF237E32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73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CF5A4-DCFE-4CF5-8A90-5B36815DA31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A4BA-1D4B-47CA-8CEF-AAF237E32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22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CF5A4-DCFE-4CF5-8A90-5B36815DA31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A4BA-1D4B-47CA-8CEF-AAF237E32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19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CF5A4-DCFE-4CF5-8A90-5B36815DA31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A4BA-1D4B-47CA-8CEF-AAF237E32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8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CF5A4-DCFE-4CF5-8A90-5B36815DA31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A4BA-1D4B-47CA-8CEF-AAF237E32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14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CF5A4-DCFE-4CF5-8A90-5B36815DA31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A4BA-1D4B-47CA-8CEF-AAF237E32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5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CF5A4-DCFE-4CF5-8A90-5B36815DA31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A4BA-1D4B-47CA-8CEF-AAF237E32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12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CF5A4-DCFE-4CF5-8A90-5B36815DA31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A4BA-1D4B-47CA-8CEF-AAF237E32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61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CF5A4-DCFE-4CF5-8A90-5B36815DA31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A4BA-1D4B-47CA-8CEF-AAF237E32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13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CF5A4-DCFE-4CF5-8A90-5B36815DA31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A4BA-1D4B-47CA-8CEF-AAF237E32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36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CF5A4-DCFE-4CF5-8A90-5B36815DA31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A4BA-1D4B-47CA-8CEF-AAF237E32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12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CF5A4-DCFE-4CF5-8A90-5B36815DA31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A4BA-1D4B-47CA-8CEF-AAF237E32DD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1946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CF5A4-DCFE-4CF5-8A90-5B36815DA31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A4BA-1D4B-47CA-8CEF-AAF237E32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55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CF5A4-DCFE-4CF5-8A90-5B36815DA31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A4BA-1D4B-47CA-8CEF-AAF237E32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4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CF5A4-DCFE-4CF5-8A90-5B36815DA31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A4BA-1D4B-47CA-8CEF-AAF237E32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740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CF5A4-DCFE-4CF5-8A90-5B36815DA31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A4BA-1D4B-47CA-8CEF-AAF237E32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CF5A4-DCFE-4CF5-8A90-5B36815DA31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6A4BA-1D4B-47CA-8CEF-AAF237E32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20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9CCF5A4-DCFE-4CF5-8A90-5B36815DA316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336A4BA-1D4B-47CA-8CEF-AAF237E32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102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telemetry.io/docs/languages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otelbin.io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F69A48-1107-ACD4-675F-2776E0C5BA97}"/>
              </a:ext>
            </a:extLst>
          </p:cNvPr>
          <p:cNvSpPr/>
          <p:nvPr/>
        </p:nvSpPr>
        <p:spPr>
          <a:xfrm>
            <a:off x="3638468" y="201275"/>
            <a:ext cx="49150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54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OpenTelemetry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13F2F9-CF12-E544-5906-3BAA72045782}"/>
              </a:ext>
            </a:extLst>
          </p:cNvPr>
          <p:cNvSpPr txBox="1"/>
          <p:nvPr/>
        </p:nvSpPr>
        <p:spPr>
          <a:xfrm>
            <a:off x="796289" y="1255990"/>
            <a:ext cx="10599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Universal standard and </a:t>
            </a:r>
            <a:r>
              <a:rPr lang="pl-PL" dirty="0" err="1"/>
              <a:t>sets</a:t>
            </a:r>
            <a:r>
              <a:rPr lang="pl-PL" dirty="0"/>
              <a:t> of </a:t>
            </a:r>
            <a:r>
              <a:rPr lang="pl-PL" dirty="0" err="1"/>
              <a:t>tools</a:t>
            </a:r>
            <a:r>
              <a:rPr lang="pl-PL" dirty="0"/>
              <a:t> </a:t>
            </a:r>
            <a:r>
              <a:rPr lang="pl-PL" dirty="0" err="1"/>
              <a:t>allowing</a:t>
            </a:r>
            <a:r>
              <a:rPr lang="pl-PL" dirty="0"/>
              <a:t> </a:t>
            </a:r>
            <a:r>
              <a:rPr lang="pl-PL" dirty="0" err="1"/>
              <a:t>applications</a:t>
            </a:r>
            <a:r>
              <a:rPr lang="pl-PL" dirty="0"/>
              <a:t> to report telemetry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89210D-9EFA-0DE7-BA8E-95A2C4273FB0}"/>
              </a:ext>
            </a:extLst>
          </p:cNvPr>
          <p:cNvSpPr txBox="1"/>
          <p:nvPr/>
        </p:nvSpPr>
        <p:spPr>
          <a:xfrm>
            <a:off x="796288" y="2024568"/>
            <a:ext cx="4560572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pl-PL" dirty="0"/>
              <a:t>API / SDK</a:t>
            </a:r>
            <a:br>
              <a:rPr lang="pl-PL" dirty="0"/>
            </a:br>
            <a:r>
              <a:rPr lang="pl-PL" sz="900" dirty="0"/>
              <a:t> </a:t>
            </a:r>
            <a:endParaRPr lang="pl-PL" dirty="0"/>
          </a:p>
          <a:p>
            <a:pPr marL="285750" indent="-285750">
              <a:buFontTx/>
              <a:buChar char="-"/>
            </a:pPr>
            <a:r>
              <a:rPr lang="pl-PL" dirty="0" err="1"/>
              <a:t>OpenTelemetry</a:t>
            </a:r>
            <a:r>
              <a:rPr lang="pl-PL" dirty="0"/>
              <a:t> </a:t>
            </a:r>
            <a:r>
              <a:rPr lang="pl-PL" dirty="0" err="1"/>
              <a:t>Collector</a:t>
            </a:r>
            <a:br>
              <a:rPr lang="pl-PL" dirty="0"/>
            </a:br>
            <a:r>
              <a:rPr lang="pl-PL" sz="1000" dirty="0" err="1"/>
              <a:t>separete</a:t>
            </a:r>
            <a:r>
              <a:rPr lang="pl-PL" sz="1000" dirty="0"/>
              <a:t> proces ( </a:t>
            </a:r>
            <a:r>
              <a:rPr lang="pl-PL" sz="1000" dirty="0" err="1"/>
              <a:t>written</a:t>
            </a:r>
            <a:r>
              <a:rPr lang="pl-PL" sz="1000" dirty="0"/>
              <a:t> in GO ), </a:t>
            </a:r>
            <a:r>
              <a:rPr lang="pl-PL" sz="1000" dirty="0" err="1"/>
              <a:t>that</a:t>
            </a:r>
            <a:r>
              <a:rPr lang="pl-PL" sz="1000" dirty="0"/>
              <a:t> </a:t>
            </a:r>
            <a:r>
              <a:rPr lang="pl-PL" sz="1000" dirty="0" err="1"/>
              <a:t>received</a:t>
            </a:r>
            <a:r>
              <a:rPr lang="pl-PL" sz="1000" dirty="0"/>
              <a:t> </a:t>
            </a:r>
            <a:r>
              <a:rPr lang="pl-PL" sz="1000" dirty="0" err="1"/>
              <a:t>all</a:t>
            </a:r>
            <a:r>
              <a:rPr lang="pl-PL" sz="1000" dirty="0"/>
              <a:t> data</a:t>
            </a:r>
            <a:endParaRPr lang="pl-PL" dirty="0"/>
          </a:p>
          <a:p>
            <a:pPr marL="285750" indent="-285750">
              <a:buFontTx/>
              <a:buChar char="-"/>
            </a:pPr>
            <a:endParaRPr lang="pl-PL" sz="1050" dirty="0"/>
          </a:p>
          <a:p>
            <a:pPr marL="285750" indent="-285750">
              <a:buFontTx/>
              <a:buChar char="-"/>
            </a:pPr>
            <a:r>
              <a:rPr lang="pl-PL" dirty="0"/>
              <a:t>OTLP – </a:t>
            </a:r>
            <a:r>
              <a:rPr lang="pl-PL" dirty="0" err="1"/>
              <a:t>OpenTelemetry</a:t>
            </a:r>
            <a:r>
              <a:rPr lang="pl-PL" dirty="0"/>
              <a:t> </a:t>
            </a:r>
            <a:r>
              <a:rPr lang="pl-PL" dirty="0" err="1"/>
              <a:t>Protocol</a:t>
            </a:r>
            <a:br>
              <a:rPr lang="pl-PL" dirty="0"/>
            </a:br>
            <a:r>
              <a:rPr lang="pl-PL" sz="1000" dirty="0" err="1"/>
              <a:t>Schema</a:t>
            </a:r>
            <a:r>
              <a:rPr lang="pl-PL" sz="1000" dirty="0"/>
              <a:t> / </a:t>
            </a:r>
            <a:r>
              <a:rPr lang="pl-PL" sz="1000" dirty="0" err="1"/>
              <a:t>Serialization</a:t>
            </a:r>
            <a:r>
              <a:rPr lang="pl-PL" sz="1000" dirty="0"/>
              <a:t> -&gt; </a:t>
            </a:r>
            <a:r>
              <a:rPr lang="pl-PL" sz="1000" dirty="0" err="1"/>
              <a:t>Protobuff</a:t>
            </a:r>
            <a:r>
              <a:rPr lang="pl-PL" sz="1000" dirty="0"/>
              <a:t> </a:t>
            </a:r>
            <a:r>
              <a:rPr lang="pl-PL" sz="1000" dirty="0" err="1"/>
              <a:t>itf</a:t>
            </a:r>
            <a:r>
              <a:rPr lang="pl-PL" sz="1000" dirty="0"/>
              <a:t> / JSON </a:t>
            </a:r>
            <a:r>
              <a:rPr lang="pl-PL" sz="1000" dirty="0" err="1"/>
              <a:t>schema</a:t>
            </a:r>
            <a:br>
              <a:rPr lang="pl-PL" sz="1000" dirty="0"/>
            </a:br>
            <a:r>
              <a:rPr lang="pl-PL" sz="1000" dirty="0"/>
              <a:t>Transport -&gt; </a:t>
            </a:r>
            <a:r>
              <a:rPr lang="pl-PL" sz="1000" dirty="0" err="1"/>
              <a:t>gRPC</a:t>
            </a:r>
            <a:r>
              <a:rPr lang="pl-PL" sz="1000" dirty="0"/>
              <a:t> / HTTP/1.1</a:t>
            </a:r>
          </a:p>
        </p:txBody>
      </p:sp>
      <p:pic>
        <p:nvPicPr>
          <p:cNvPr id="2050" name="Picture 2" descr="An OpenTelemetry Pipeline">
            <a:extLst>
              <a:ext uri="{FF2B5EF4-FFF2-40B4-BE49-F238E27FC236}">
                <a16:creationId xmlns:a16="http://schemas.microsoft.com/office/drawing/2014/main" id="{B82BCA90-E8FB-576C-0E2C-3DB61252C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941" y="1952772"/>
            <a:ext cx="6654548" cy="3205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073AEED-A8E5-348C-808D-AAA830D9AA0F}"/>
              </a:ext>
            </a:extLst>
          </p:cNvPr>
          <p:cNvSpPr txBox="1"/>
          <p:nvPr/>
        </p:nvSpPr>
        <p:spPr>
          <a:xfrm>
            <a:off x="796288" y="4466241"/>
            <a:ext cx="34632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l-PL" sz="2800" dirty="0" err="1"/>
              <a:t>Trace</a:t>
            </a:r>
            <a:r>
              <a:rPr lang="pl-PL" sz="2800" dirty="0"/>
              <a:t> / </a:t>
            </a:r>
            <a:r>
              <a:rPr lang="pl-PL" sz="2800" dirty="0" err="1"/>
              <a:t>Span</a:t>
            </a:r>
            <a:endParaRPr lang="pl-PL" sz="2800" dirty="0"/>
          </a:p>
          <a:p>
            <a:pPr marL="342900" indent="-342900">
              <a:buFont typeface="+mj-lt"/>
              <a:buAutoNum type="arabicPeriod"/>
            </a:pPr>
            <a:r>
              <a:rPr lang="pl-PL" sz="2800" dirty="0" err="1"/>
              <a:t>Metrics</a:t>
            </a:r>
            <a:endParaRPr lang="pl-PL" sz="2800" dirty="0"/>
          </a:p>
          <a:p>
            <a:pPr marL="342900" indent="-342900">
              <a:buFont typeface="+mj-lt"/>
              <a:buAutoNum type="arabicPeriod"/>
            </a:pPr>
            <a:r>
              <a:rPr lang="pl-PL" sz="2800" dirty="0" err="1"/>
              <a:t>Logs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9149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B9122-40BB-B7F4-DD34-A02EFB282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CBA485-3CCB-0218-2FDC-BB0DF0450435}"/>
              </a:ext>
            </a:extLst>
          </p:cNvPr>
          <p:cNvSpPr/>
          <p:nvPr/>
        </p:nvSpPr>
        <p:spPr>
          <a:xfrm>
            <a:off x="3638468" y="201275"/>
            <a:ext cx="49150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54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OpenTelemetry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A24D53-2400-0866-EFD4-3703EE90EA08}"/>
              </a:ext>
            </a:extLst>
          </p:cNvPr>
          <p:cNvSpPr txBox="1"/>
          <p:nvPr/>
        </p:nvSpPr>
        <p:spPr>
          <a:xfrm>
            <a:off x="4320540" y="1630025"/>
            <a:ext cx="3657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C++</a:t>
            </a:r>
          </a:p>
          <a:p>
            <a:r>
              <a:rPr lang="pl-PL" dirty="0"/>
              <a:t>C#</a:t>
            </a:r>
          </a:p>
          <a:p>
            <a:r>
              <a:rPr lang="en-US" dirty="0"/>
              <a:t>Erlang/Elixir</a:t>
            </a:r>
          </a:p>
          <a:p>
            <a:r>
              <a:rPr lang="en-US" dirty="0"/>
              <a:t>Go</a:t>
            </a:r>
          </a:p>
          <a:p>
            <a:r>
              <a:rPr lang="en-US" dirty="0"/>
              <a:t>Java — Record Telemetry with API</a:t>
            </a:r>
          </a:p>
          <a:p>
            <a:r>
              <a:rPr lang="en-US" dirty="0"/>
              <a:t>JavaScript</a:t>
            </a:r>
          </a:p>
          <a:p>
            <a:r>
              <a:rPr lang="en-US" dirty="0"/>
              <a:t>PHP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Ruby</a:t>
            </a:r>
          </a:p>
          <a:p>
            <a:r>
              <a:rPr lang="en-US" dirty="0"/>
              <a:t>Rust</a:t>
            </a:r>
            <a:endParaRPr lang="pl-P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CB4D06-4111-A845-E9B3-76F285F458FD}"/>
              </a:ext>
            </a:extLst>
          </p:cNvPr>
          <p:cNvSpPr txBox="1"/>
          <p:nvPr/>
        </p:nvSpPr>
        <p:spPr>
          <a:xfrm>
            <a:off x="3905250" y="5274766"/>
            <a:ext cx="4488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https://opentelemetry.io/docs/languages/</a:t>
            </a:r>
            <a:endParaRPr lang="pl-P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AEA371-2B8D-5906-F31E-25D3C1FDF5E6}"/>
              </a:ext>
            </a:extLst>
          </p:cNvPr>
          <p:cNvSpPr txBox="1"/>
          <p:nvPr/>
        </p:nvSpPr>
        <p:spPr>
          <a:xfrm>
            <a:off x="9547860" y="2184023"/>
            <a:ext cx="13106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C#</a:t>
            </a:r>
          </a:p>
          <a:p>
            <a:r>
              <a:rPr lang="en-US" dirty="0"/>
              <a:t>Go</a:t>
            </a:r>
          </a:p>
          <a:p>
            <a:r>
              <a:rPr lang="en-US" dirty="0"/>
              <a:t>Java</a:t>
            </a:r>
            <a:endParaRPr lang="pl-PL" dirty="0"/>
          </a:p>
          <a:p>
            <a:r>
              <a:rPr lang="en-US" dirty="0"/>
              <a:t>Python</a:t>
            </a:r>
          </a:p>
          <a:p>
            <a:r>
              <a:rPr lang="en-US" dirty="0"/>
              <a:t>Rust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75082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F3295-43A5-6573-7122-4DC8B8C0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OpenTelemetry Collector Data Flow Overview">
            <a:extLst>
              <a:ext uri="{FF2B5EF4-FFF2-40B4-BE49-F238E27FC236}">
                <a16:creationId xmlns:a16="http://schemas.microsoft.com/office/drawing/2014/main" id="{C7F1EE31-9999-5D04-5415-A28B3C4B4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42" y="757320"/>
            <a:ext cx="10368116" cy="534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BF4964-F0D7-BBD3-F74B-FD900B2BBAC3}"/>
              </a:ext>
            </a:extLst>
          </p:cNvPr>
          <p:cNvSpPr txBox="1"/>
          <p:nvPr/>
        </p:nvSpPr>
        <p:spPr>
          <a:xfrm>
            <a:off x="4599132" y="6201613"/>
            <a:ext cx="29937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00" dirty="0" err="1"/>
              <a:t>Logging</a:t>
            </a:r>
            <a:r>
              <a:rPr lang="pl-PL" sz="1000" dirty="0"/>
              <a:t> </a:t>
            </a:r>
            <a:r>
              <a:rPr lang="pl-PL" sz="1000" dirty="0" err="1"/>
              <a:t>exporter</a:t>
            </a:r>
            <a:r>
              <a:rPr lang="pl-PL" sz="1000" dirty="0"/>
              <a:t> -&gt; </a:t>
            </a:r>
            <a:r>
              <a:rPr lang="pl-PL" sz="1000" dirty="0" err="1"/>
              <a:t>logs</a:t>
            </a:r>
            <a:r>
              <a:rPr lang="pl-PL" sz="1000" dirty="0"/>
              <a:t> from </a:t>
            </a:r>
            <a:r>
              <a:rPr lang="pl-PL" sz="1000" dirty="0" err="1"/>
              <a:t>Otel</a:t>
            </a:r>
            <a:r>
              <a:rPr lang="pl-PL" sz="1000" dirty="0"/>
              <a:t> </a:t>
            </a:r>
            <a:r>
              <a:rPr lang="pl-PL" sz="1000" dirty="0" err="1"/>
              <a:t>Collector</a:t>
            </a:r>
            <a:r>
              <a:rPr lang="pl-PL" sz="1000" dirty="0"/>
              <a:t> </a:t>
            </a:r>
            <a:r>
              <a:rPr lang="pl-PL" sz="1000" dirty="0" err="1"/>
              <a:t>itself</a:t>
            </a:r>
            <a:endParaRPr lang="pl-PL" sz="1000" dirty="0"/>
          </a:p>
          <a:p>
            <a:endParaRPr lang="pl-PL" sz="1000" dirty="0"/>
          </a:p>
          <a:p>
            <a:r>
              <a:rPr lang="pl-PL" sz="1000" u="sng" dirty="0"/>
              <a:t>the </a:t>
            </a:r>
            <a:r>
              <a:rPr lang="pl-PL" sz="1000" u="sng" dirty="0" err="1"/>
              <a:t>observer</a:t>
            </a:r>
            <a:r>
              <a:rPr lang="pl-PL" sz="1000" u="sng" dirty="0"/>
              <a:t> </a:t>
            </a:r>
            <a:r>
              <a:rPr lang="pl-PL" sz="1000" u="sng" dirty="0" err="1"/>
              <a:t>must</a:t>
            </a:r>
            <a:r>
              <a:rPr lang="pl-PL" sz="1000" u="sng" dirty="0"/>
              <a:t> </a:t>
            </a:r>
            <a:r>
              <a:rPr lang="pl-PL" sz="1000" u="sng" dirty="0" err="1"/>
              <a:t>also</a:t>
            </a:r>
            <a:r>
              <a:rPr lang="pl-PL" sz="1000" u="sng" dirty="0"/>
              <a:t> be </a:t>
            </a:r>
            <a:r>
              <a:rPr lang="pl-PL" sz="1000" u="sng" dirty="0" err="1"/>
              <a:t>observable</a:t>
            </a:r>
            <a:endParaRPr lang="pl-PL" sz="1000" u="sng" dirty="0"/>
          </a:p>
        </p:txBody>
      </p:sp>
    </p:spTree>
    <p:extLst>
      <p:ext uri="{BB962C8B-B14F-4D97-AF65-F5344CB8AC3E}">
        <p14:creationId xmlns:p14="http://schemas.microsoft.com/office/powerpoint/2010/main" val="859389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2E96E-B3C8-ABC5-1685-28B3FC3E8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EBE5AE-4377-8AA9-6302-E5AE8802D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3504"/>
            <a:ext cx="12192000" cy="40109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91F280-FCA6-3DF9-A588-C7AE574ADF04}"/>
              </a:ext>
            </a:extLst>
          </p:cNvPr>
          <p:cNvSpPr txBox="1"/>
          <p:nvPr/>
        </p:nvSpPr>
        <p:spPr>
          <a:xfrm>
            <a:off x="3726023" y="5744415"/>
            <a:ext cx="473995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 err="1"/>
              <a:t>Spanmetrics</a:t>
            </a:r>
            <a:r>
              <a:rPr lang="pl-PL" dirty="0"/>
              <a:t> - </a:t>
            </a:r>
            <a:r>
              <a:rPr lang="pl-PL" dirty="0" err="1"/>
              <a:t>Rate</a:t>
            </a:r>
            <a:r>
              <a:rPr lang="pl-PL" dirty="0"/>
              <a:t> / Error </a:t>
            </a:r>
            <a:r>
              <a:rPr lang="pl-PL" dirty="0" err="1"/>
              <a:t>count</a:t>
            </a:r>
            <a:r>
              <a:rPr lang="pl-PL" dirty="0"/>
              <a:t> / </a:t>
            </a:r>
            <a:r>
              <a:rPr lang="pl-PL" dirty="0" err="1"/>
              <a:t>Duration</a:t>
            </a:r>
            <a:endParaRPr lang="pl-PL" dirty="0"/>
          </a:p>
          <a:p>
            <a:endParaRPr lang="pl-PL" sz="1000" dirty="0"/>
          </a:p>
          <a:p>
            <a:r>
              <a:rPr lang="pl-PL" sz="1000" dirty="0"/>
              <a:t>We </a:t>
            </a:r>
            <a:r>
              <a:rPr lang="pl-PL" sz="1000" dirty="0" err="1"/>
              <a:t>automatically</a:t>
            </a:r>
            <a:r>
              <a:rPr lang="pl-PL" sz="1000" dirty="0"/>
              <a:t> </a:t>
            </a:r>
            <a:r>
              <a:rPr lang="pl-PL" sz="1000" dirty="0" err="1"/>
              <a:t>create</a:t>
            </a:r>
            <a:r>
              <a:rPr lang="pl-PL" sz="1000" dirty="0"/>
              <a:t> </a:t>
            </a:r>
            <a:r>
              <a:rPr lang="pl-PL" sz="1000" dirty="0" err="1"/>
              <a:t>metric</a:t>
            </a:r>
            <a:r>
              <a:rPr lang="pl-PL" sz="1000" dirty="0"/>
              <a:t> for </a:t>
            </a:r>
            <a:r>
              <a:rPr lang="pl-PL" sz="1000" dirty="0" err="1"/>
              <a:t>passing</a:t>
            </a:r>
            <a:r>
              <a:rPr lang="pl-PL" sz="1000" dirty="0"/>
              <a:t> </a:t>
            </a:r>
            <a:r>
              <a:rPr lang="pl-PL" sz="1000" dirty="0" err="1"/>
              <a:t>traces</a:t>
            </a:r>
            <a:r>
              <a:rPr lang="pl-PL" sz="1000" dirty="0"/>
              <a:t> / </a:t>
            </a:r>
            <a:r>
              <a:rPr lang="pl-PL" sz="1000" dirty="0" err="1"/>
              <a:t>spans</a:t>
            </a:r>
            <a:endParaRPr lang="pl-PL" sz="1000" dirty="0"/>
          </a:p>
        </p:txBody>
      </p:sp>
    </p:spTree>
    <p:extLst>
      <p:ext uri="{BB962C8B-B14F-4D97-AF65-F5344CB8AC3E}">
        <p14:creationId xmlns:p14="http://schemas.microsoft.com/office/powerpoint/2010/main" val="858822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1A740-3C98-11CD-8115-188920CD3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F49248-A2BB-75EA-EAE5-BDA6C51BFDA8}"/>
              </a:ext>
            </a:extLst>
          </p:cNvPr>
          <p:cNvSpPr txBox="1"/>
          <p:nvPr/>
        </p:nvSpPr>
        <p:spPr>
          <a:xfrm>
            <a:off x="6486726" y="6312386"/>
            <a:ext cx="2508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https://www.otelbin.io</a:t>
            </a:r>
            <a:endParaRPr lang="pl-P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D4358-7346-15A2-1883-BECC4F587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083" y="1589336"/>
            <a:ext cx="2717890" cy="51584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AA4E321-0C1F-6EC0-A368-97F29C028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951" y="288576"/>
            <a:ext cx="3790203" cy="5951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2FCD85A-FD34-4FE2-39A3-054096C962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8091" y="288576"/>
            <a:ext cx="3202535" cy="118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473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EC716-F431-4B12-D941-19C0F1807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What is OpenTelemetry? [Everything You Need to Know] | SigNoz">
            <a:extLst>
              <a:ext uri="{FF2B5EF4-FFF2-40B4-BE49-F238E27FC236}">
                <a16:creationId xmlns:a16="http://schemas.microsoft.com/office/drawing/2014/main" id="{35EF798B-E253-7A6C-114F-288994A14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616" y="126924"/>
            <a:ext cx="9223722" cy="5034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DB5E67-8F4F-C1C9-31B6-C53FF6D30CF7}"/>
              </a:ext>
            </a:extLst>
          </p:cNvPr>
          <p:cNvSpPr txBox="1"/>
          <p:nvPr/>
        </p:nvSpPr>
        <p:spPr>
          <a:xfrm>
            <a:off x="1572616" y="5299976"/>
            <a:ext cx="92237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 err="1"/>
              <a:t>Filters</a:t>
            </a:r>
            <a:r>
              <a:rPr lang="pl-PL" sz="1000" dirty="0"/>
              <a:t>             </a:t>
            </a:r>
            <a:r>
              <a:rPr lang="pl-PL" sz="1000" dirty="0" err="1"/>
              <a:t>discarding</a:t>
            </a:r>
            <a:r>
              <a:rPr lang="pl-PL" sz="1000" dirty="0"/>
              <a:t> </a:t>
            </a:r>
            <a:r>
              <a:rPr lang="pl-PL" sz="1000" dirty="0" err="1"/>
              <a:t>annoying</a:t>
            </a:r>
            <a:r>
              <a:rPr lang="pl-PL" sz="1000" dirty="0"/>
              <a:t> </a:t>
            </a:r>
            <a:r>
              <a:rPr lang="pl-PL" sz="1000" dirty="0" err="1"/>
              <a:t>logs</a:t>
            </a:r>
            <a:r>
              <a:rPr lang="pl-PL" sz="1000" dirty="0"/>
              <a:t> / </a:t>
            </a:r>
            <a:r>
              <a:rPr lang="pl-PL" sz="1000" dirty="0" err="1"/>
              <a:t>sensitive</a:t>
            </a:r>
            <a:r>
              <a:rPr lang="pl-PL" sz="1000" dirty="0"/>
              <a:t> data </a:t>
            </a:r>
            <a:r>
              <a:rPr lang="pl-PL" sz="1000" dirty="0" err="1"/>
              <a:t>before</a:t>
            </a:r>
            <a:r>
              <a:rPr lang="pl-PL" sz="1000" dirty="0"/>
              <a:t> </a:t>
            </a:r>
            <a:r>
              <a:rPr lang="pl-PL" sz="1000" dirty="0" err="1"/>
              <a:t>it</a:t>
            </a:r>
            <a:r>
              <a:rPr lang="pl-PL" sz="1000" dirty="0"/>
              <a:t> </a:t>
            </a:r>
            <a:r>
              <a:rPr lang="pl-PL" sz="1000" dirty="0" err="1"/>
              <a:t>leaves</a:t>
            </a:r>
            <a:r>
              <a:rPr lang="pl-PL" sz="1000" dirty="0"/>
              <a:t> </a:t>
            </a:r>
            <a:r>
              <a:rPr lang="pl-PL" sz="1000" dirty="0" err="1"/>
              <a:t>your</a:t>
            </a:r>
            <a:r>
              <a:rPr lang="pl-PL" sz="1000" dirty="0"/>
              <a:t> system (ping, </a:t>
            </a:r>
            <a:r>
              <a:rPr lang="pl-PL" sz="1000" dirty="0" err="1"/>
              <a:t>healthchecks</a:t>
            </a:r>
            <a:r>
              <a:rPr lang="pl-PL" sz="1000" dirty="0"/>
              <a:t>, </a:t>
            </a:r>
            <a:r>
              <a:rPr lang="pl-PL" sz="1000" dirty="0" err="1"/>
              <a:t>passwords</a:t>
            </a:r>
            <a:r>
              <a:rPr lang="pl-PL" sz="1000" dirty="0"/>
              <a:t>, </a:t>
            </a:r>
            <a:r>
              <a:rPr lang="pl-PL" sz="1000" dirty="0" err="1"/>
              <a:t>creadit</a:t>
            </a:r>
            <a:r>
              <a:rPr lang="pl-PL" sz="1000" dirty="0"/>
              <a:t> </a:t>
            </a:r>
            <a:r>
              <a:rPr lang="pl-PL" sz="1000" dirty="0" err="1"/>
              <a:t>card</a:t>
            </a:r>
            <a:r>
              <a:rPr lang="pl-PL" sz="1000" dirty="0"/>
              <a:t> </a:t>
            </a:r>
            <a:r>
              <a:rPr lang="pl-PL" sz="1000" dirty="0" err="1"/>
              <a:t>ids</a:t>
            </a:r>
            <a:r>
              <a:rPr lang="pl-PL" sz="1000" dirty="0"/>
              <a:t>, </a:t>
            </a:r>
            <a:r>
              <a:rPr lang="pl-PL" sz="1000" dirty="0" err="1"/>
              <a:t>passing</a:t>
            </a:r>
            <a:r>
              <a:rPr lang="pl-PL" sz="1000" dirty="0"/>
              <a:t> </a:t>
            </a:r>
            <a:r>
              <a:rPr lang="pl-PL" sz="1000" dirty="0" err="1"/>
              <a:t>only</a:t>
            </a:r>
            <a:r>
              <a:rPr lang="pl-PL" sz="1000" dirty="0"/>
              <a:t> </a:t>
            </a:r>
            <a:r>
              <a:rPr lang="pl-PL" sz="1000" dirty="0" err="1"/>
              <a:t>certain</a:t>
            </a:r>
            <a:r>
              <a:rPr lang="pl-PL" sz="1000" dirty="0"/>
              <a:t> log </a:t>
            </a:r>
            <a:r>
              <a:rPr lang="pl-PL" sz="1000" dirty="0" err="1"/>
              <a:t>levels</a:t>
            </a:r>
            <a:r>
              <a:rPr lang="pl-PL" sz="1000" dirty="0"/>
              <a:t>)</a:t>
            </a:r>
          </a:p>
          <a:p>
            <a:r>
              <a:rPr lang="pl-PL" dirty="0" err="1"/>
              <a:t>Enrich</a:t>
            </a:r>
            <a:r>
              <a:rPr lang="pl-PL" sz="1000" dirty="0"/>
              <a:t>            </a:t>
            </a:r>
            <a:r>
              <a:rPr lang="pl-PL" sz="800" dirty="0" err="1"/>
              <a:t>adding</a:t>
            </a:r>
            <a:r>
              <a:rPr lang="pl-PL" sz="800" dirty="0"/>
              <a:t> </a:t>
            </a:r>
            <a:r>
              <a:rPr lang="pl-PL" sz="800" dirty="0" err="1"/>
              <a:t>tags</a:t>
            </a:r>
            <a:r>
              <a:rPr lang="pl-PL" sz="800" dirty="0"/>
              <a:t> </a:t>
            </a:r>
            <a:r>
              <a:rPr lang="pl-PL" sz="800" dirty="0" err="1"/>
              <a:t>about</a:t>
            </a:r>
            <a:r>
              <a:rPr lang="pl-PL" sz="800" dirty="0"/>
              <a:t> </a:t>
            </a:r>
            <a:r>
              <a:rPr lang="pl-PL" sz="800" dirty="0" err="1"/>
              <a:t>application</a:t>
            </a:r>
            <a:r>
              <a:rPr lang="pl-PL" sz="800" dirty="0"/>
              <a:t> </a:t>
            </a:r>
            <a:r>
              <a:rPr lang="pl-PL" sz="800" dirty="0" err="1"/>
              <a:t>deplyment</a:t>
            </a:r>
            <a:r>
              <a:rPr lang="pl-PL" sz="800" dirty="0"/>
              <a:t> (</a:t>
            </a:r>
            <a:r>
              <a:rPr lang="pl-PL" sz="800" dirty="0" err="1"/>
              <a:t>instance</a:t>
            </a:r>
            <a:r>
              <a:rPr lang="pl-PL" sz="800" dirty="0"/>
              <a:t> numer, </a:t>
            </a:r>
            <a:r>
              <a:rPr lang="pl-PL" sz="800" dirty="0" err="1"/>
              <a:t>cloud</a:t>
            </a:r>
            <a:r>
              <a:rPr lang="pl-PL" sz="800" dirty="0"/>
              <a:t> region, test / </a:t>
            </a:r>
            <a:r>
              <a:rPr lang="pl-PL" sz="800" dirty="0" err="1"/>
              <a:t>production</a:t>
            </a:r>
            <a:r>
              <a:rPr lang="pl-PL" sz="800" dirty="0"/>
              <a:t>)</a:t>
            </a:r>
          </a:p>
          <a:p>
            <a:r>
              <a:rPr lang="pl-PL" dirty="0" err="1"/>
              <a:t>Sample</a:t>
            </a:r>
            <a:r>
              <a:rPr lang="pl-PL" sz="1000" dirty="0"/>
              <a:t>          </a:t>
            </a:r>
            <a:r>
              <a:rPr lang="pl-PL" sz="1000" dirty="0" err="1"/>
              <a:t>lets</a:t>
            </a:r>
            <a:r>
              <a:rPr lang="pl-PL" sz="1000" dirty="0"/>
              <a:t> </a:t>
            </a:r>
            <a:r>
              <a:rPr lang="pl-PL" sz="1000" dirty="0" err="1"/>
              <a:t>store</a:t>
            </a:r>
            <a:r>
              <a:rPr lang="pl-PL" sz="1000" dirty="0"/>
              <a:t> 1% of </a:t>
            </a:r>
            <a:r>
              <a:rPr lang="pl-PL" sz="1000" dirty="0" err="1"/>
              <a:t>normal</a:t>
            </a:r>
            <a:r>
              <a:rPr lang="pl-PL" sz="1000" dirty="0"/>
              <a:t> </a:t>
            </a:r>
            <a:r>
              <a:rPr lang="pl-PL" sz="1000" dirty="0" err="1"/>
              <a:t>requests</a:t>
            </a:r>
            <a:r>
              <a:rPr lang="pl-PL" sz="1000" dirty="0"/>
              <a:t> (to </a:t>
            </a:r>
            <a:r>
              <a:rPr lang="pl-PL" sz="1000" dirty="0" err="1"/>
              <a:t>get</a:t>
            </a:r>
            <a:r>
              <a:rPr lang="pl-PL" sz="1000" dirty="0"/>
              <a:t> the </a:t>
            </a:r>
            <a:r>
              <a:rPr lang="pl-PL" sz="1000" dirty="0" err="1"/>
              <a:t>baseline</a:t>
            </a:r>
            <a:r>
              <a:rPr lang="pl-PL" sz="1000" dirty="0"/>
              <a:t>) and </a:t>
            </a:r>
            <a:r>
              <a:rPr lang="pl-PL" sz="1000" dirty="0" err="1"/>
              <a:t>store</a:t>
            </a:r>
            <a:r>
              <a:rPr lang="pl-PL" sz="1000" dirty="0"/>
              <a:t> </a:t>
            </a:r>
            <a:r>
              <a:rPr lang="pl-PL" sz="1000" dirty="0" err="1"/>
              <a:t>all</a:t>
            </a:r>
            <a:r>
              <a:rPr lang="pl-PL" sz="1000" dirty="0"/>
              <a:t> Error http </a:t>
            </a:r>
            <a:r>
              <a:rPr lang="pl-PL" sz="1000" dirty="0" err="1"/>
              <a:t>responses</a:t>
            </a:r>
            <a:r>
              <a:rPr lang="pl-PL" sz="1000" dirty="0"/>
              <a:t> and </a:t>
            </a:r>
            <a:r>
              <a:rPr lang="pl-PL" sz="1000" dirty="0" err="1"/>
              <a:t>all</a:t>
            </a:r>
            <a:r>
              <a:rPr lang="pl-PL" sz="1000" dirty="0"/>
              <a:t> </a:t>
            </a:r>
            <a:r>
              <a:rPr lang="pl-PL" sz="1000" dirty="0" err="1"/>
              <a:t>responses</a:t>
            </a:r>
            <a:r>
              <a:rPr lang="pl-PL" sz="1000" dirty="0"/>
              <a:t> </a:t>
            </a:r>
            <a:r>
              <a:rPr lang="pl-PL" sz="1000" dirty="0" err="1"/>
              <a:t>longer</a:t>
            </a:r>
            <a:r>
              <a:rPr lang="pl-PL" sz="1000" dirty="0"/>
              <a:t> </a:t>
            </a:r>
            <a:r>
              <a:rPr lang="pl-PL" sz="1000" dirty="0" err="1"/>
              <a:t>then</a:t>
            </a:r>
            <a:r>
              <a:rPr lang="pl-PL" sz="1000" dirty="0"/>
              <a:t> 200ms</a:t>
            </a:r>
          </a:p>
          <a:p>
            <a:r>
              <a:rPr lang="pl-PL" dirty="0" err="1"/>
              <a:t>Batch</a:t>
            </a:r>
            <a:r>
              <a:rPr lang="pl-PL" sz="1000" dirty="0"/>
              <a:t>               </a:t>
            </a:r>
            <a:r>
              <a:rPr lang="pl-PL" sz="1000" dirty="0" err="1"/>
              <a:t>sending</a:t>
            </a:r>
            <a:r>
              <a:rPr lang="pl-PL" sz="1000" dirty="0"/>
              <a:t> data in </a:t>
            </a:r>
            <a:r>
              <a:rPr lang="pl-PL" sz="1000" dirty="0" err="1"/>
              <a:t>batches</a:t>
            </a:r>
            <a:r>
              <a:rPr lang="pl-PL" sz="1000" dirty="0"/>
              <a:t> - </a:t>
            </a:r>
            <a:r>
              <a:rPr lang="pl-PL" sz="1000" dirty="0" err="1"/>
              <a:t>send</a:t>
            </a:r>
            <a:r>
              <a:rPr lang="pl-PL" sz="1000" dirty="0"/>
              <a:t> </a:t>
            </a:r>
            <a:r>
              <a:rPr lang="pl-PL" sz="1000" dirty="0" err="1"/>
              <a:t>when</a:t>
            </a:r>
            <a:r>
              <a:rPr lang="pl-PL" sz="1000" dirty="0"/>
              <a:t> </a:t>
            </a:r>
            <a:r>
              <a:rPr lang="pl-PL" sz="1000" dirty="0" err="1"/>
              <a:t>buffer</a:t>
            </a:r>
            <a:r>
              <a:rPr lang="pl-PL" sz="1000" dirty="0"/>
              <a:t> </a:t>
            </a:r>
            <a:r>
              <a:rPr lang="pl-PL" sz="1000" dirty="0" err="1"/>
              <a:t>filles</a:t>
            </a:r>
            <a:r>
              <a:rPr lang="pl-PL" sz="1000" dirty="0"/>
              <a:t> &amp; </a:t>
            </a:r>
            <a:r>
              <a:rPr lang="pl-PL" sz="1000" dirty="0" err="1"/>
              <a:t>drain</a:t>
            </a:r>
            <a:r>
              <a:rPr lang="pl-PL" sz="1000" dirty="0"/>
              <a:t> </a:t>
            </a:r>
            <a:r>
              <a:rPr lang="pl-PL" sz="1000" dirty="0" err="1"/>
              <a:t>after</a:t>
            </a:r>
            <a:r>
              <a:rPr lang="pl-PL" sz="1000" dirty="0"/>
              <a:t> </a:t>
            </a:r>
            <a:r>
              <a:rPr lang="pl-PL" sz="1000" dirty="0" err="1"/>
              <a:t>fixed</a:t>
            </a:r>
            <a:r>
              <a:rPr lang="pl-PL" sz="1000" dirty="0"/>
              <a:t> period</a:t>
            </a:r>
          </a:p>
        </p:txBody>
      </p:sp>
    </p:spTree>
    <p:extLst>
      <p:ext uri="{BB962C8B-B14F-4D97-AF65-F5344CB8AC3E}">
        <p14:creationId xmlns:p14="http://schemas.microsoft.com/office/powerpoint/2010/main" val="2640656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77DA0-FDAE-40E7-D996-A0F1257C2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rchitecture | Jaeger">
            <a:extLst>
              <a:ext uri="{FF2B5EF4-FFF2-40B4-BE49-F238E27FC236}">
                <a16:creationId xmlns:a16="http://schemas.microsoft.com/office/drawing/2014/main" id="{987B1B4A-A5BC-032A-63D5-AFD2B36C8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069" y="1682759"/>
            <a:ext cx="9547860" cy="39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E71761-0010-7E56-3F5C-9AE74022D921}"/>
              </a:ext>
            </a:extLst>
          </p:cNvPr>
          <p:cNvSpPr txBox="1"/>
          <p:nvPr/>
        </p:nvSpPr>
        <p:spPr>
          <a:xfrm>
            <a:off x="4040504" y="417790"/>
            <a:ext cx="41109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Traces</a:t>
            </a:r>
            <a:r>
              <a:rPr lang="pl-PL" sz="4800" dirty="0"/>
              <a:t> / </a:t>
            </a:r>
            <a:r>
              <a:rPr lang="pl-PL" sz="4800" dirty="0" err="1"/>
              <a:t>Spans</a:t>
            </a:r>
            <a:endParaRPr lang="pl-PL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0EA51-E67F-8103-4AFE-5FAD9F1D5EEB}"/>
              </a:ext>
            </a:extLst>
          </p:cNvPr>
          <p:cNvSpPr txBox="1"/>
          <p:nvPr/>
        </p:nvSpPr>
        <p:spPr>
          <a:xfrm>
            <a:off x="5204460" y="5689044"/>
            <a:ext cx="69875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Span</a:t>
            </a:r>
            <a:r>
              <a:rPr lang="pl-PL" dirty="0"/>
              <a:t> -&gt; </a:t>
            </a:r>
            <a:r>
              <a:rPr lang="pl-PL" dirty="0" err="1"/>
              <a:t>smallest</a:t>
            </a:r>
            <a:r>
              <a:rPr lang="pl-PL" dirty="0"/>
              <a:t> set of </a:t>
            </a:r>
            <a:r>
              <a:rPr lang="pl-PL" dirty="0" err="1"/>
              <a:t>tasks</a:t>
            </a:r>
            <a:r>
              <a:rPr lang="pl-PL" dirty="0"/>
              <a:t>, </a:t>
            </a:r>
            <a:r>
              <a:rPr lang="pl-PL" dirty="0" err="1"/>
              <a:t>you</a:t>
            </a:r>
            <a:r>
              <a:rPr lang="pl-PL" dirty="0"/>
              <a:t> </a:t>
            </a:r>
            <a:r>
              <a:rPr lang="pl-PL" dirty="0" err="1"/>
              <a:t>decide</a:t>
            </a:r>
            <a:r>
              <a:rPr lang="pl-PL" dirty="0"/>
              <a:t> to </a:t>
            </a:r>
            <a:r>
              <a:rPr lang="pl-PL" dirty="0" err="1"/>
              <a:t>track</a:t>
            </a:r>
            <a:endParaRPr lang="pl-PL" dirty="0"/>
          </a:p>
          <a:p>
            <a:endParaRPr lang="pl-PL" dirty="0"/>
          </a:p>
          <a:p>
            <a:r>
              <a:rPr lang="pl-PL" sz="1000" dirty="0" err="1"/>
              <a:t>this</a:t>
            </a:r>
            <a:r>
              <a:rPr lang="pl-PL" sz="1000" dirty="0"/>
              <a:t> </a:t>
            </a:r>
            <a:r>
              <a:rPr lang="pl-PL" sz="1000" dirty="0" err="1"/>
              <a:t>opens</a:t>
            </a:r>
            <a:r>
              <a:rPr lang="pl-PL" sz="1000" dirty="0"/>
              <a:t> </a:t>
            </a:r>
            <a:r>
              <a:rPr lang="pl-PL" sz="1000" dirty="0" err="1"/>
              <a:t>possibility</a:t>
            </a:r>
            <a:r>
              <a:rPr lang="pl-PL" sz="1000" dirty="0"/>
              <a:t> to </a:t>
            </a:r>
            <a:r>
              <a:rPr lang="pl-PL" sz="1000" dirty="0" err="1"/>
              <a:t>observing</a:t>
            </a:r>
            <a:r>
              <a:rPr lang="pl-PL" sz="1000" dirty="0"/>
              <a:t> </a:t>
            </a:r>
            <a:r>
              <a:rPr lang="pl-PL" sz="1000" dirty="0" err="1"/>
              <a:t>gaps</a:t>
            </a:r>
            <a:r>
              <a:rPr lang="pl-PL" sz="1000" dirty="0"/>
              <a:t> in </a:t>
            </a:r>
            <a:r>
              <a:rPr lang="pl-PL" sz="1000" dirty="0" err="1"/>
              <a:t>span</a:t>
            </a:r>
            <a:r>
              <a:rPr lang="pl-PL" sz="1000" dirty="0"/>
              <a:t> hierarchy</a:t>
            </a:r>
          </a:p>
          <a:p>
            <a:r>
              <a:rPr lang="pl-PL" sz="1000" dirty="0" err="1"/>
              <a:t>when</a:t>
            </a:r>
            <a:r>
              <a:rPr lang="pl-PL" sz="1000" dirty="0"/>
              <a:t> </a:t>
            </a:r>
            <a:r>
              <a:rPr lang="pl-PL" sz="1000" dirty="0" err="1"/>
              <a:t>some</a:t>
            </a:r>
            <a:r>
              <a:rPr lang="pl-PL" sz="1000" dirty="0"/>
              <a:t> </a:t>
            </a:r>
            <a:r>
              <a:rPr lang="pl-PL" sz="1000" dirty="0" err="1"/>
              <a:t>processing</a:t>
            </a:r>
            <a:r>
              <a:rPr lang="pl-PL" sz="1000" dirty="0"/>
              <a:t> </a:t>
            </a:r>
            <a:r>
              <a:rPr lang="pl-PL" sz="1000" dirty="0" err="1"/>
              <a:t>is</a:t>
            </a:r>
            <a:r>
              <a:rPr lang="pl-PL" sz="1000" dirty="0"/>
              <a:t> </a:t>
            </a:r>
            <a:r>
              <a:rPr lang="pl-PL" sz="1000" dirty="0" err="1"/>
              <a:t>untracked</a:t>
            </a:r>
            <a:r>
              <a:rPr lang="pl-PL" sz="1000" dirty="0"/>
              <a:t> </a:t>
            </a:r>
            <a:r>
              <a:rPr lang="pl-PL" sz="1000" dirty="0" err="1"/>
              <a:t>parent</a:t>
            </a:r>
            <a:r>
              <a:rPr lang="pl-PL" sz="1000" dirty="0"/>
              <a:t> </a:t>
            </a:r>
            <a:r>
              <a:rPr lang="pl-PL" sz="1000" dirty="0" err="1"/>
              <a:t>span</a:t>
            </a:r>
            <a:r>
              <a:rPr lang="pl-PL" sz="1000" dirty="0"/>
              <a:t> </a:t>
            </a:r>
            <a:r>
              <a:rPr lang="pl-PL" sz="1000" dirty="0" err="1"/>
              <a:t>is</a:t>
            </a:r>
            <a:r>
              <a:rPr lang="pl-PL" sz="1000" dirty="0"/>
              <a:t> </a:t>
            </a:r>
            <a:r>
              <a:rPr lang="pl-PL" sz="1000" dirty="0" err="1"/>
              <a:t>just</a:t>
            </a:r>
            <a:r>
              <a:rPr lang="pl-PL" sz="1000" dirty="0"/>
              <a:t> </a:t>
            </a:r>
            <a:r>
              <a:rPr lang="pl-PL" sz="1000" dirty="0" err="1"/>
              <a:t>growing</a:t>
            </a:r>
            <a:r>
              <a:rPr lang="pl-PL" sz="1000" dirty="0"/>
              <a:t> </a:t>
            </a:r>
            <a:r>
              <a:rPr lang="pl-PL" sz="1000" dirty="0" err="1"/>
              <a:t>wider</a:t>
            </a:r>
            <a:r>
              <a:rPr lang="pl-PL" sz="1000" dirty="0"/>
              <a:t> and </a:t>
            </a:r>
            <a:r>
              <a:rPr lang="pl-PL" sz="1000" dirty="0" err="1"/>
              <a:t>wider</a:t>
            </a:r>
            <a:r>
              <a:rPr lang="pl-PL" sz="1000" dirty="0"/>
              <a:t>, </a:t>
            </a:r>
            <a:r>
              <a:rPr lang="pl-PL" sz="1000" dirty="0" err="1"/>
              <a:t>while</a:t>
            </a:r>
            <a:r>
              <a:rPr lang="pl-PL" sz="1000" dirty="0"/>
              <a:t> </a:t>
            </a:r>
            <a:r>
              <a:rPr lang="pl-PL" sz="1000" dirty="0" err="1"/>
              <a:t>childern</a:t>
            </a:r>
            <a:r>
              <a:rPr lang="pl-PL" sz="1000" dirty="0"/>
              <a:t> </a:t>
            </a:r>
            <a:r>
              <a:rPr lang="pl-PL" sz="1000" dirty="0" err="1"/>
              <a:t>spans</a:t>
            </a:r>
            <a:r>
              <a:rPr lang="pl-PL" sz="1000" dirty="0"/>
              <a:t> </a:t>
            </a:r>
            <a:r>
              <a:rPr lang="pl-PL" sz="1000" dirty="0" err="1"/>
              <a:t>remain</a:t>
            </a:r>
            <a:r>
              <a:rPr lang="pl-PL" sz="1000" dirty="0"/>
              <a:t> </a:t>
            </a:r>
            <a:r>
              <a:rPr lang="pl-PL" sz="1000" dirty="0" err="1"/>
              <a:t>their</a:t>
            </a:r>
            <a:r>
              <a:rPr lang="pl-PL" sz="1000" dirty="0"/>
              <a:t> </a:t>
            </a:r>
            <a:r>
              <a:rPr lang="pl-PL" sz="1000" dirty="0" err="1"/>
              <a:t>normal</a:t>
            </a:r>
            <a:r>
              <a:rPr lang="pl-PL" sz="1000" dirty="0"/>
              <a:t> </a:t>
            </a:r>
            <a:r>
              <a:rPr lang="pl-PL" sz="1000" dirty="0" err="1"/>
              <a:t>sizes</a:t>
            </a:r>
            <a:endParaRPr lang="pl-PL" sz="1000" dirty="0"/>
          </a:p>
          <a:p>
            <a:r>
              <a:rPr lang="pl-PL" sz="1000" dirty="0" err="1"/>
              <a:t>this</a:t>
            </a:r>
            <a:r>
              <a:rPr lang="pl-PL" sz="1000" dirty="0"/>
              <a:t> </a:t>
            </a:r>
            <a:r>
              <a:rPr lang="pl-PL" sz="1000" dirty="0" err="1"/>
              <a:t>could</a:t>
            </a:r>
            <a:r>
              <a:rPr lang="pl-PL" sz="1000" dirty="0"/>
              <a:t> be a </a:t>
            </a:r>
            <a:r>
              <a:rPr lang="pl-PL" sz="1000" dirty="0" err="1"/>
              <a:t>consequence</a:t>
            </a:r>
            <a:r>
              <a:rPr lang="pl-PL" sz="1000" dirty="0"/>
              <a:t> of c</a:t>
            </a:r>
            <a:r>
              <a:rPr lang="en-US" sz="1000" dirty="0" err="1"/>
              <a:t>oarse</a:t>
            </a:r>
            <a:r>
              <a:rPr lang="en-US" sz="1000" dirty="0"/>
              <a:t>-grained</a:t>
            </a:r>
            <a:r>
              <a:rPr lang="pl-PL" sz="1000" dirty="0"/>
              <a:t> </a:t>
            </a:r>
            <a:r>
              <a:rPr lang="pl-PL" sz="1000" dirty="0" err="1"/>
              <a:t>spans</a:t>
            </a:r>
            <a:r>
              <a:rPr lang="pl-PL" sz="1000" dirty="0"/>
              <a:t> (not </a:t>
            </a:r>
            <a:r>
              <a:rPr lang="pl-PL" sz="1000" dirty="0" err="1"/>
              <a:t>enought</a:t>
            </a:r>
            <a:r>
              <a:rPr lang="pl-PL" sz="1000" dirty="0"/>
              <a:t> </a:t>
            </a:r>
            <a:r>
              <a:rPr lang="pl-PL" sz="1000" dirty="0" err="1"/>
              <a:t>processing</a:t>
            </a:r>
            <a:r>
              <a:rPr lang="pl-PL" sz="1000" dirty="0"/>
              <a:t> </a:t>
            </a:r>
            <a:r>
              <a:rPr lang="pl-PL" sz="1000" dirty="0" err="1"/>
              <a:t>gets</a:t>
            </a:r>
            <a:r>
              <a:rPr lang="pl-PL" sz="1000" dirty="0"/>
              <a:t> </a:t>
            </a:r>
            <a:r>
              <a:rPr lang="pl-PL" sz="1000" dirty="0" err="1"/>
              <a:t>its</a:t>
            </a:r>
            <a:r>
              <a:rPr lang="pl-PL" sz="1000" dirty="0"/>
              <a:t> </a:t>
            </a:r>
            <a:r>
              <a:rPr lang="pl-PL" sz="1000" dirty="0" err="1"/>
              <a:t>own</a:t>
            </a:r>
            <a:r>
              <a:rPr lang="pl-PL" sz="1000" dirty="0"/>
              <a:t> </a:t>
            </a:r>
            <a:r>
              <a:rPr lang="pl-PL" sz="1000" dirty="0" err="1"/>
              <a:t>span</a:t>
            </a:r>
            <a:r>
              <a:rPr lang="pl-PL" sz="1000" dirty="0"/>
              <a:t>, we </a:t>
            </a:r>
            <a:r>
              <a:rPr lang="pl-PL" sz="1000" dirty="0" err="1"/>
              <a:t>missed</a:t>
            </a:r>
            <a:r>
              <a:rPr lang="pl-PL" sz="1000" dirty="0"/>
              <a:t> </a:t>
            </a:r>
            <a:r>
              <a:rPr lang="pl-PL" sz="1000" dirty="0" err="1"/>
              <a:t>spots</a:t>
            </a:r>
            <a:r>
              <a:rPr lang="pl-PL" sz="1000" dirty="0"/>
              <a:t> of </a:t>
            </a:r>
            <a:r>
              <a:rPr lang="pl-PL" sz="1000" dirty="0" err="1"/>
              <a:t>our</a:t>
            </a:r>
            <a:r>
              <a:rPr lang="pl-PL" sz="1000" dirty="0"/>
              <a:t> </a:t>
            </a:r>
            <a:r>
              <a:rPr lang="pl-PL" sz="1000" dirty="0" err="1"/>
              <a:t>code</a:t>
            </a:r>
            <a:r>
              <a:rPr lang="pl-PL" sz="1000" dirty="0"/>
              <a:t>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29604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4B63E-772D-B853-EA32-131F8F75A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4BF192C-D140-88D5-AB4A-A7EC9734D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506" y="264695"/>
            <a:ext cx="7530988" cy="6328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5A5A6B-ACC9-BCD5-27CD-B1A5CB94484C}"/>
              </a:ext>
            </a:extLst>
          </p:cNvPr>
          <p:cNvSpPr txBox="1"/>
          <p:nvPr/>
        </p:nvSpPr>
        <p:spPr>
          <a:xfrm>
            <a:off x="64322" y="1219200"/>
            <a:ext cx="214162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 </a:t>
            </a:r>
            <a:r>
              <a:rPr lang="pl-PL" dirty="0" err="1"/>
              <a:t>Header</a:t>
            </a:r>
            <a:r>
              <a:rPr lang="pl-PL" dirty="0"/>
              <a:t> / </a:t>
            </a:r>
            <a:r>
              <a:rPr lang="pl-PL" dirty="0" err="1"/>
              <a:t>Protobuff</a:t>
            </a:r>
            <a:r>
              <a:rPr lang="pl-PL" dirty="0"/>
              <a:t> </a:t>
            </a:r>
            <a:r>
              <a:rPr lang="pl-PL" dirty="0" err="1"/>
              <a:t>Metadata</a:t>
            </a:r>
            <a:endParaRPr lang="pl-PL" dirty="0"/>
          </a:p>
          <a:p>
            <a:endParaRPr lang="pl-PL" dirty="0"/>
          </a:p>
          <a:p>
            <a:pPr marL="285750" indent="-285750">
              <a:buFontTx/>
              <a:buChar char="-"/>
            </a:pPr>
            <a:r>
              <a:rPr lang="pl-PL" dirty="0" err="1"/>
              <a:t>trace</a:t>
            </a:r>
            <a:r>
              <a:rPr lang="pl-PL" dirty="0"/>
              <a:t> id</a:t>
            </a:r>
          </a:p>
          <a:p>
            <a:pPr marL="285750" indent="-285750">
              <a:buFontTx/>
              <a:buChar char="-"/>
            </a:pPr>
            <a:r>
              <a:rPr lang="pl-PL" dirty="0" err="1"/>
              <a:t>span</a:t>
            </a:r>
            <a:r>
              <a:rPr lang="pl-PL" dirty="0"/>
              <a:t> id</a:t>
            </a:r>
          </a:p>
          <a:p>
            <a:pPr marL="285750" indent="-285750">
              <a:buFontTx/>
              <a:buChar char="-"/>
            </a:pPr>
            <a:r>
              <a:rPr lang="pl-PL" dirty="0" err="1"/>
              <a:t>parent</a:t>
            </a:r>
            <a:r>
              <a:rPr lang="pl-PL" dirty="0"/>
              <a:t> </a:t>
            </a:r>
            <a:r>
              <a:rPr lang="pl-PL" dirty="0" err="1"/>
              <a:t>span</a:t>
            </a:r>
            <a:r>
              <a:rPr lang="pl-PL" dirty="0"/>
              <a:t> id</a:t>
            </a:r>
          </a:p>
          <a:p>
            <a:pPr marL="285750" indent="-285750">
              <a:buFontTx/>
              <a:buChar char="-"/>
            </a:pPr>
            <a:endParaRPr lang="pl-PL" dirty="0"/>
          </a:p>
          <a:p>
            <a:r>
              <a:rPr lang="pl-PL" sz="1400" dirty="0" err="1"/>
              <a:t>Context</a:t>
            </a:r>
            <a:endParaRPr lang="pl-PL" sz="1400" dirty="0"/>
          </a:p>
          <a:p>
            <a:endParaRPr lang="pl-PL" sz="1400" dirty="0"/>
          </a:p>
          <a:p>
            <a:endParaRPr lang="pl-PL" sz="1400" dirty="0"/>
          </a:p>
          <a:p>
            <a:endParaRPr lang="pl-PL" sz="1400" dirty="0"/>
          </a:p>
          <a:p>
            <a:endParaRPr lang="pl-PL" sz="1400" dirty="0"/>
          </a:p>
          <a:p>
            <a:endParaRPr lang="pl-PL" sz="1400" dirty="0"/>
          </a:p>
          <a:p>
            <a:r>
              <a:rPr lang="pl-PL" sz="1400" dirty="0"/>
              <a:t>Rest of the data </a:t>
            </a:r>
            <a:r>
              <a:rPr lang="pl-PL" sz="1400" dirty="0" err="1"/>
              <a:t>such</a:t>
            </a:r>
            <a:r>
              <a:rPr lang="pl-PL" sz="1400" dirty="0"/>
              <a:t> as:</a:t>
            </a:r>
          </a:p>
          <a:p>
            <a:pPr marL="285750" indent="-285750">
              <a:buFontTx/>
              <a:buChar char="-"/>
            </a:pPr>
            <a:r>
              <a:rPr lang="pl-PL" sz="1400" dirty="0" err="1"/>
              <a:t>span</a:t>
            </a:r>
            <a:r>
              <a:rPr lang="pl-PL" sz="1400" dirty="0"/>
              <a:t> </a:t>
            </a:r>
            <a:r>
              <a:rPr lang="pl-PL" sz="1400" dirty="0" err="1"/>
              <a:t>timestamps</a:t>
            </a:r>
            <a:endParaRPr lang="pl-PL" sz="1400" dirty="0"/>
          </a:p>
          <a:p>
            <a:pPr marL="285750" indent="-285750">
              <a:buFontTx/>
              <a:buChar char="-"/>
            </a:pPr>
            <a:r>
              <a:rPr lang="pl-PL" sz="1400" dirty="0" err="1"/>
              <a:t>metrics</a:t>
            </a:r>
            <a:endParaRPr lang="pl-PL" sz="1400" dirty="0"/>
          </a:p>
          <a:p>
            <a:pPr marL="285750" indent="-285750">
              <a:buFontTx/>
              <a:buChar char="-"/>
            </a:pPr>
            <a:r>
              <a:rPr lang="pl-PL" sz="1400" dirty="0" err="1"/>
              <a:t>logs</a:t>
            </a:r>
            <a:endParaRPr lang="pl-PL" sz="1400" dirty="0"/>
          </a:p>
          <a:p>
            <a:pPr marL="285750" indent="-285750">
              <a:buFontTx/>
              <a:buChar char="-"/>
            </a:pPr>
            <a:endParaRPr lang="pl-PL" sz="1400" dirty="0"/>
          </a:p>
          <a:p>
            <a:r>
              <a:rPr lang="pl-PL" sz="1400" dirty="0" err="1"/>
              <a:t>is</a:t>
            </a:r>
            <a:r>
              <a:rPr lang="pl-PL" sz="1400" dirty="0"/>
              <a:t> </a:t>
            </a:r>
            <a:r>
              <a:rPr lang="pl-PL" sz="1400" dirty="0" err="1"/>
              <a:t>sent</a:t>
            </a:r>
            <a:r>
              <a:rPr lang="pl-PL" sz="1400" dirty="0"/>
              <a:t> via </a:t>
            </a:r>
            <a:r>
              <a:rPr lang="pl-PL" sz="1400" dirty="0" err="1"/>
              <a:t>background</a:t>
            </a:r>
            <a:r>
              <a:rPr lang="pl-PL" sz="1400" dirty="0"/>
              <a:t> </a:t>
            </a:r>
            <a:r>
              <a:rPr lang="pl-PL" sz="1400" dirty="0" err="1"/>
              <a:t>thread</a:t>
            </a:r>
            <a:r>
              <a:rPr lang="pl-PL" sz="1400" dirty="0"/>
              <a:t> </a:t>
            </a:r>
            <a:r>
              <a:rPr lang="pl-PL" sz="1400" dirty="0" err="1"/>
              <a:t>straight</a:t>
            </a:r>
            <a:r>
              <a:rPr lang="pl-PL" sz="1400" dirty="0"/>
              <a:t> to </a:t>
            </a:r>
            <a:r>
              <a:rPr lang="pl-PL" sz="1400" dirty="0" err="1"/>
              <a:t>Otel</a:t>
            </a:r>
            <a:r>
              <a:rPr lang="pl-PL" sz="1400" dirty="0"/>
              <a:t> </a:t>
            </a:r>
            <a:r>
              <a:rPr lang="pl-PL" sz="1400" dirty="0" err="1"/>
              <a:t>Datacollector</a:t>
            </a:r>
            <a:r>
              <a:rPr lang="pl-PL" sz="1400" dirty="0"/>
              <a:t> </a:t>
            </a:r>
            <a:br>
              <a:rPr lang="pl-PL" sz="1400" dirty="0"/>
            </a:br>
            <a:r>
              <a:rPr lang="pl-PL" sz="1400" dirty="0"/>
              <a:t>(OTLP -&gt; </a:t>
            </a:r>
            <a:r>
              <a:rPr lang="pl-PL" sz="1400" dirty="0" err="1"/>
              <a:t>gRPC</a:t>
            </a:r>
            <a:r>
              <a:rPr lang="pl-PL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21751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4B8C5-170F-6928-B902-191BCF792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092B35-6984-ACAA-335D-12320845A5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996" y="388620"/>
            <a:ext cx="5356860" cy="17459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8F05CC-A34E-F6A7-AFB4-A0398DAB58AA}"/>
              </a:ext>
            </a:extLst>
          </p:cNvPr>
          <p:cNvSpPr txBox="1"/>
          <p:nvPr/>
        </p:nvSpPr>
        <p:spPr>
          <a:xfrm>
            <a:off x="802004" y="846102"/>
            <a:ext cx="41109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Traces</a:t>
            </a:r>
            <a:r>
              <a:rPr lang="pl-PL" sz="4800" dirty="0"/>
              <a:t> / </a:t>
            </a:r>
            <a:r>
              <a:rPr lang="pl-PL" sz="4800" dirty="0" err="1"/>
              <a:t>Spans</a:t>
            </a:r>
            <a:endParaRPr lang="pl-PL" sz="4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7550BD-2DA3-EFAD-36E2-5C5270BF4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73179"/>
            <a:ext cx="12192000" cy="400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112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8E5C6-DA11-FBA4-B892-E9DF7A6A7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16B31E3-E771-2F28-1C68-249A374F9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164" y="807721"/>
            <a:ext cx="10257671" cy="29284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5A8CCB-C486-19BE-9007-1F7940F83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64" y="3847696"/>
            <a:ext cx="10257671" cy="29204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5855E56-487F-CD94-FD95-4F8F8D4480D1}"/>
              </a:ext>
            </a:extLst>
          </p:cNvPr>
          <p:cNvSpPr txBox="1"/>
          <p:nvPr/>
        </p:nvSpPr>
        <p:spPr>
          <a:xfrm>
            <a:off x="3910010" y="0"/>
            <a:ext cx="4371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Traces</a:t>
            </a:r>
            <a:r>
              <a:rPr lang="pl-PL" sz="4800" dirty="0"/>
              <a:t> </a:t>
            </a:r>
            <a:r>
              <a:rPr lang="pl-PL" sz="4800" dirty="0" err="1"/>
              <a:t>Timeline</a:t>
            </a:r>
            <a:endParaRPr lang="pl-PL" sz="4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00077E-4658-E1EB-E134-ACEC7A5C2548}"/>
              </a:ext>
            </a:extLst>
          </p:cNvPr>
          <p:cNvSpPr txBox="1"/>
          <p:nvPr/>
        </p:nvSpPr>
        <p:spPr>
          <a:xfrm>
            <a:off x="8496300" y="222946"/>
            <a:ext cx="3695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( same </a:t>
            </a:r>
            <a:r>
              <a:rPr lang="pl-PL" sz="1600" dirty="0" err="1"/>
              <a:t>paths</a:t>
            </a:r>
            <a:r>
              <a:rPr lang="pl-PL" sz="1600" dirty="0"/>
              <a:t> - </a:t>
            </a:r>
            <a:r>
              <a:rPr lang="pl-PL" sz="1600" dirty="0" err="1"/>
              <a:t>different</a:t>
            </a:r>
            <a:r>
              <a:rPr lang="pl-PL" sz="1600" dirty="0"/>
              <a:t> </a:t>
            </a:r>
            <a:r>
              <a:rPr lang="pl-PL" sz="1600" dirty="0" err="1"/>
              <a:t>processing</a:t>
            </a:r>
            <a:r>
              <a:rPr lang="pl-PL" sz="1600" dirty="0"/>
              <a:t> </a:t>
            </a:r>
            <a:r>
              <a:rPr lang="pl-PL" sz="1600" dirty="0" err="1"/>
              <a:t>time</a:t>
            </a:r>
            <a:r>
              <a:rPr lang="pl-PL" sz="1600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236679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3E7BF-F561-C19F-6F7B-3B14EB178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45288B8-F82B-9E23-90CC-00B809AEC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3" y="1676267"/>
            <a:ext cx="12050807" cy="19052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942CCC-A0A9-D575-F409-188C3E854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3" y="3840349"/>
            <a:ext cx="12050807" cy="19418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2147FE-DB9C-0863-32DA-69A01FE4B7B1}"/>
              </a:ext>
            </a:extLst>
          </p:cNvPr>
          <p:cNvSpPr txBox="1"/>
          <p:nvPr/>
        </p:nvSpPr>
        <p:spPr>
          <a:xfrm>
            <a:off x="3497101" y="0"/>
            <a:ext cx="5188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Traces</a:t>
            </a:r>
            <a:r>
              <a:rPr lang="pl-PL" sz="4800" dirty="0"/>
              <a:t> </a:t>
            </a:r>
            <a:r>
              <a:rPr lang="pl-PL" sz="4800" dirty="0" err="1"/>
              <a:t>Flamegraph</a:t>
            </a:r>
            <a:endParaRPr lang="pl-PL" sz="4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FD9617-50D2-B0B4-98CC-9FE19057CD19}"/>
              </a:ext>
            </a:extLst>
          </p:cNvPr>
          <p:cNvSpPr txBox="1"/>
          <p:nvPr/>
        </p:nvSpPr>
        <p:spPr>
          <a:xfrm>
            <a:off x="8496300" y="222946"/>
            <a:ext cx="3695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( same </a:t>
            </a:r>
            <a:r>
              <a:rPr lang="pl-PL" sz="1600" dirty="0" err="1"/>
              <a:t>paths</a:t>
            </a:r>
            <a:r>
              <a:rPr lang="pl-PL" sz="1600" dirty="0"/>
              <a:t> - </a:t>
            </a:r>
            <a:r>
              <a:rPr lang="pl-PL" sz="1600" dirty="0" err="1"/>
              <a:t>different</a:t>
            </a:r>
            <a:r>
              <a:rPr lang="pl-PL" sz="1600" dirty="0"/>
              <a:t> </a:t>
            </a:r>
            <a:r>
              <a:rPr lang="pl-PL" sz="1600" dirty="0" err="1"/>
              <a:t>processing</a:t>
            </a:r>
            <a:r>
              <a:rPr lang="pl-PL" sz="1600" dirty="0"/>
              <a:t> </a:t>
            </a:r>
            <a:r>
              <a:rPr lang="pl-PL" sz="1600" dirty="0" err="1"/>
              <a:t>time</a:t>
            </a:r>
            <a:r>
              <a:rPr lang="pl-PL" sz="1600" dirty="0"/>
              <a:t>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821EC8-4DFE-0526-A727-41618E659BD1}"/>
              </a:ext>
            </a:extLst>
          </p:cNvPr>
          <p:cNvSpPr txBox="1"/>
          <p:nvPr/>
        </p:nvSpPr>
        <p:spPr>
          <a:xfrm>
            <a:off x="1011909" y="5871724"/>
            <a:ext cx="101586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as we </a:t>
            </a:r>
            <a:r>
              <a:rPr lang="pl-PL" sz="1600" dirty="0" err="1"/>
              <a:t>can</a:t>
            </a:r>
            <a:r>
              <a:rPr lang="pl-PL" sz="1600" dirty="0"/>
              <a:t> </a:t>
            </a:r>
            <a:r>
              <a:rPr lang="pl-PL" sz="1600" dirty="0" err="1"/>
              <a:t>see</a:t>
            </a:r>
            <a:r>
              <a:rPr lang="pl-PL" sz="1600" dirty="0"/>
              <a:t>, the </a:t>
            </a:r>
            <a:r>
              <a:rPr lang="pl-PL" sz="1600" dirty="0" err="1"/>
              <a:t>difference</a:t>
            </a:r>
            <a:r>
              <a:rPr lang="pl-PL" sz="1600" dirty="0"/>
              <a:t> in </a:t>
            </a:r>
            <a:r>
              <a:rPr lang="pl-PL" sz="1600" dirty="0" err="1"/>
              <a:t>trace</a:t>
            </a:r>
            <a:r>
              <a:rPr lang="pl-PL" sz="1600" dirty="0"/>
              <a:t> </a:t>
            </a:r>
            <a:r>
              <a:rPr lang="pl-PL" sz="1600" dirty="0" err="1"/>
              <a:t>duration</a:t>
            </a:r>
            <a:r>
              <a:rPr lang="pl-PL" sz="1600" dirty="0"/>
              <a:t> </a:t>
            </a:r>
            <a:r>
              <a:rPr lang="pl-PL" sz="1600" dirty="0" err="1"/>
              <a:t>is</a:t>
            </a:r>
            <a:r>
              <a:rPr lang="pl-PL" sz="1600" dirty="0"/>
              <a:t> </a:t>
            </a:r>
            <a:r>
              <a:rPr lang="pl-PL" sz="1600" dirty="0" err="1"/>
              <a:t>caused</a:t>
            </a:r>
            <a:r>
              <a:rPr lang="pl-PL" sz="1600" dirty="0"/>
              <a:t> by </a:t>
            </a:r>
            <a:r>
              <a:rPr lang="pl-PL" sz="1600" dirty="0" err="1"/>
              <a:t>incresed</a:t>
            </a:r>
            <a:r>
              <a:rPr lang="pl-PL" sz="1600" dirty="0"/>
              <a:t> </a:t>
            </a:r>
            <a:r>
              <a:rPr lang="pl-PL" sz="1600" dirty="0" err="1"/>
              <a:t>amout</a:t>
            </a:r>
            <a:r>
              <a:rPr lang="pl-PL" sz="1600" dirty="0"/>
              <a:t> of </a:t>
            </a:r>
            <a:r>
              <a:rPr lang="pl-PL" sz="1600" dirty="0" err="1"/>
              <a:t>time</a:t>
            </a:r>
            <a:r>
              <a:rPr lang="pl-PL" sz="1600" dirty="0"/>
              <a:t> </a:t>
            </a:r>
            <a:r>
              <a:rPr lang="pl-PL" sz="1600" dirty="0" err="1"/>
              <a:t>spent</a:t>
            </a:r>
            <a:r>
              <a:rPr lang="pl-PL" sz="1600" dirty="0"/>
              <a:t> in </a:t>
            </a:r>
            <a:r>
              <a:rPr lang="pl-PL" sz="1600" dirty="0" err="1"/>
              <a:t>span</a:t>
            </a:r>
            <a:r>
              <a:rPr lang="pl-PL" sz="1600" dirty="0"/>
              <a:t>       </a:t>
            </a:r>
            <a:r>
              <a:rPr lang="pl-PL" sz="1600" b="1" dirty="0" err="1"/>
              <a:t>worker_rust</a:t>
            </a:r>
            <a:r>
              <a:rPr lang="pl-PL" sz="1600" b="1" dirty="0"/>
              <a:t>: B</a:t>
            </a:r>
            <a:endParaRPr lang="en-US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D23A4-68D8-AD1A-9B35-95F72FAC9E90}"/>
              </a:ext>
            </a:extLst>
          </p:cNvPr>
          <p:cNvSpPr txBox="1"/>
          <p:nvPr/>
        </p:nvSpPr>
        <p:spPr>
          <a:xfrm>
            <a:off x="137514" y="6299817"/>
            <a:ext cx="11907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 err="1"/>
              <a:t>unfortunatelly</a:t>
            </a:r>
            <a:r>
              <a:rPr lang="pl-PL" sz="1200" dirty="0"/>
              <a:t> </a:t>
            </a:r>
            <a:r>
              <a:rPr lang="pl-PL" sz="1200" dirty="0" err="1"/>
              <a:t>free</a:t>
            </a:r>
            <a:r>
              <a:rPr lang="pl-PL" sz="1200" dirty="0"/>
              <a:t> </a:t>
            </a:r>
            <a:r>
              <a:rPr lang="pl-PL" sz="1200" dirty="0" err="1"/>
              <a:t>analisys</a:t>
            </a:r>
            <a:r>
              <a:rPr lang="pl-PL" sz="1200" dirty="0"/>
              <a:t> </a:t>
            </a:r>
            <a:r>
              <a:rPr lang="pl-PL" sz="1200" dirty="0" err="1"/>
              <a:t>tools</a:t>
            </a:r>
            <a:r>
              <a:rPr lang="pl-PL" sz="1200" dirty="0"/>
              <a:t> (</a:t>
            </a:r>
            <a:r>
              <a:rPr lang="pl-PL" sz="1200" dirty="0" err="1"/>
              <a:t>Jeager</a:t>
            </a:r>
            <a:r>
              <a:rPr lang="pl-PL" sz="1200" dirty="0"/>
              <a:t> / </a:t>
            </a:r>
            <a:r>
              <a:rPr lang="pl-PL" sz="1200" dirty="0" err="1"/>
              <a:t>Grafana</a:t>
            </a:r>
            <a:r>
              <a:rPr lang="pl-PL" sz="1200" dirty="0"/>
              <a:t>) </a:t>
            </a:r>
            <a:r>
              <a:rPr lang="pl-PL" sz="1200" dirty="0" err="1"/>
              <a:t>are</a:t>
            </a:r>
            <a:r>
              <a:rPr lang="pl-PL" sz="1200" dirty="0"/>
              <a:t> </a:t>
            </a:r>
            <a:r>
              <a:rPr lang="pl-PL" sz="1200" dirty="0" err="1"/>
              <a:t>unable</a:t>
            </a:r>
            <a:r>
              <a:rPr lang="pl-PL" sz="1200" dirty="0"/>
              <a:t> to </a:t>
            </a:r>
            <a:r>
              <a:rPr lang="pl-PL" sz="1200" dirty="0" err="1"/>
              <a:t>compare</a:t>
            </a:r>
            <a:r>
              <a:rPr lang="pl-PL" sz="1200" dirty="0"/>
              <a:t> </a:t>
            </a:r>
            <a:r>
              <a:rPr lang="pl-PL" sz="1200" dirty="0" err="1"/>
              <a:t>this</a:t>
            </a:r>
            <a:r>
              <a:rPr lang="pl-PL" sz="1200" dirty="0"/>
              <a:t> </a:t>
            </a:r>
            <a:r>
              <a:rPr lang="pl-PL" sz="1200" dirty="0" err="1"/>
              <a:t>case</a:t>
            </a:r>
            <a:r>
              <a:rPr lang="pl-PL" sz="1200" dirty="0"/>
              <a:t> </a:t>
            </a:r>
            <a:r>
              <a:rPr lang="pl-PL" sz="1200" dirty="0" err="1"/>
              <a:t>effectively</a:t>
            </a:r>
            <a:r>
              <a:rPr lang="pl-PL" sz="1200" dirty="0"/>
              <a:t> - </a:t>
            </a:r>
            <a:r>
              <a:rPr lang="pl-PL" sz="1200" dirty="0" err="1"/>
              <a:t>so</a:t>
            </a:r>
            <a:r>
              <a:rPr lang="pl-PL" sz="1200" dirty="0"/>
              <a:t> we </a:t>
            </a:r>
            <a:r>
              <a:rPr lang="pl-PL" sz="1200" dirty="0" err="1"/>
              <a:t>are</a:t>
            </a:r>
            <a:r>
              <a:rPr lang="pl-PL" sz="1200" dirty="0"/>
              <a:t> </a:t>
            </a:r>
            <a:r>
              <a:rPr lang="pl-PL" sz="1200" dirty="0" err="1"/>
              <a:t>forced</a:t>
            </a:r>
            <a:r>
              <a:rPr lang="pl-PL" sz="1200" dirty="0"/>
              <a:t> to </a:t>
            </a:r>
            <a:r>
              <a:rPr lang="pl-PL" sz="1200" dirty="0" err="1"/>
              <a:t>look</a:t>
            </a:r>
            <a:r>
              <a:rPr lang="pl-PL" sz="1200" dirty="0"/>
              <a:t> </a:t>
            </a:r>
            <a:r>
              <a:rPr lang="pl-PL" sz="1200" dirty="0" err="1"/>
              <a:t>at</a:t>
            </a:r>
            <a:r>
              <a:rPr lang="pl-PL" sz="1200" dirty="0"/>
              <a:t> </a:t>
            </a:r>
            <a:r>
              <a:rPr lang="pl-PL" sz="1200" dirty="0" err="1"/>
              <a:t>them</a:t>
            </a:r>
            <a:r>
              <a:rPr lang="pl-PL" sz="1200" dirty="0"/>
              <a:t> </a:t>
            </a:r>
            <a:r>
              <a:rPr lang="pl-PL" sz="1200" dirty="0" err="1"/>
              <a:t>side</a:t>
            </a:r>
            <a:r>
              <a:rPr lang="pl-PL" sz="1200" dirty="0"/>
              <a:t> by </a:t>
            </a:r>
            <a:r>
              <a:rPr lang="pl-PL" sz="1200" dirty="0" err="1"/>
              <a:t>side</a:t>
            </a:r>
            <a:r>
              <a:rPr lang="pl-PL" sz="1200" dirty="0"/>
              <a:t> and spot the </a:t>
            </a:r>
            <a:r>
              <a:rPr lang="pl-PL" sz="1200" dirty="0" err="1"/>
              <a:t>difference</a:t>
            </a:r>
            <a:r>
              <a:rPr lang="pl-PL" sz="1200" dirty="0"/>
              <a:t> with </a:t>
            </a:r>
            <a:r>
              <a:rPr lang="pl-PL" sz="1200" dirty="0" err="1"/>
              <a:t>our</a:t>
            </a:r>
            <a:r>
              <a:rPr lang="pl-PL" sz="1200" dirty="0"/>
              <a:t> </a:t>
            </a:r>
            <a:r>
              <a:rPr lang="pl-PL" sz="1200" dirty="0" err="1"/>
              <a:t>own</a:t>
            </a:r>
            <a:r>
              <a:rPr lang="pl-PL" sz="1200" dirty="0"/>
              <a:t> </a:t>
            </a:r>
            <a:r>
              <a:rPr lang="pl-PL" sz="1200" dirty="0" err="1"/>
              <a:t>eyes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76013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031E1-C5BF-5A02-A34B-8C89C78F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85E05F-EDD0-02FE-56E7-E4B7DA4FA98B}"/>
              </a:ext>
            </a:extLst>
          </p:cNvPr>
          <p:cNvSpPr txBox="1"/>
          <p:nvPr/>
        </p:nvSpPr>
        <p:spPr>
          <a:xfrm>
            <a:off x="4200108" y="0"/>
            <a:ext cx="3791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Traces</a:t>
            </a:r>
            <a:r>
              <a:rPr lang="pl-PL" sz="4800" dirty="0"/>
              <a:t> </a:t>
            </a:r>
            <a:r>
              <a:rPr lang="pl-PL" sz="4800" dirty="0" err="1"/>
              <a:t>Graph</a:t>
            </a:r>
            <a:endParaRPr lang="pl-PL" sz="4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849216-6B6B-60C2-CB2C-C1AB7A6B8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9587"/>
            <a:ext cx="12192000" cy="19951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8CB271-E3FF-2E59-D169-898DFD931B68}"/>
              </a:ext>
            </a:extLst>
          </p:cNvPr>
          <p:cNvSpPr txBox="1"/>
          <p:nvPr/>
        </p:nvSpPr>
        <p:spPr>
          <a:xfrm>
            <a:off x="8496300" y="222946"/>
            <a:ext cx="3695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( same </a:t>
            </a:r>
            <a:r>
              <a:rPr lang="pl-PL" sz="1600" dirty="0" err="1"/>
              <a:t>paths</a:t>
            </a:r>
            <a:r>
              <a:rPr lang="pl-PL" sz="1600" dirty="0"/>
              <a:t> - </a:t>
            </a:r>
            <a:r>
              <a:rPr lang="pl-PL" sz="1600" dirty="0" err="1"/>
              <a:t>different</a:t>
            </a:r>
            <a:r>
              <a:rPr lang="pl-PL" sz="1600" dirty="0"/>
              <a:t> </a:t>
            </a:r>
            <a:r>
              <a:rPr lang="pl-PL" sz="1600" dirty="0" err="1"/>
              <a:t>processing</a:t>
            </a:r>
            <a:r>
              <a:rPr lang="pl-PL" sz="1600" dirty="0"/>
              <a:t> </a:t>
            </a:r>
            <a:r>
              <a:rPr lang="pl-PL" sz="1600" dirty="0" err="1"/>
              <a:t>time</a:t>
            </a:r>
            <a:r>
              <a:rPr lang="pl-PL" sz="1600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04561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FB144-20A7-BD9A-AC25-7719F8CF4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EF03AA7-F4AD-5C73-C939-8196CF052DE8}"/>
              </a:ext>
            </a:extLst>
          </p:cNvPr>
          <p:cNvSpPr txBox="1"/>
          <p:nvPr/>
        </p:nvSpPr>
        <p:spPr>
          <a:xfrm>
            <a:off x="3910009" y="0"/>
            <a:ext cx="4371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Traces</a:t>
            </a:r>
            <a:r>
              <a:rPr lang="pl-PL" sz="4800" dirty="0"/>
              <a:t> </a:t>
            </a:r>
            <a:r>
              <a:rPr lang="pl-PL" sz="4800" dirty="0" err="1"/>
              <a:t>Timeline</a:t>
            </a:r>
            <a:endParaRPr lang="pl-PL" sz="4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022FC-079F-5C65-995A-68E804B79CB0}"/>
              </a:ext>
            </a:extLst>
          </p:cNvPr>
          <p:cNvSpPr txBox="1"/>
          <p:nvPr/>
        </p:nvSpPr>
        <p:spPr>
          <a:xfrm>
            <a:off x="8496300" y="222946"/>
            <a:ext cx="3695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( same </a:t>
            </a:r>
            <a:r>
              <a:rPr lang="pl-PL" sz="1600" dirty="0" err="1"/>
              <a:t>paths</a:t>
            </a:r>
            <a:r>
              <a:rPr lang="pl-PL" sz="1600" dirty="0"/>
              <a:t> - </a:t>
            </a:r>
            <a:r>
              <a:rPr lang="pl-PL" sz="1600" dirty="0" err="1"/>
              <a:t>different</a:t>
            </a:r>
            <a:r>
              <a:rPr lang="pl-PL" sz="1600" dirty="0"/>
              <a:t> </a:t>
            </a:r>
            <a:r>
              <a:rPr lang="pl-PL" sz="1600" dirty="0" err="1"/>
              <a:t>processing</a:t>
            </a:r>
            <a:r>
              <a:rPr lang="pl-PL" sz="1600" dirty="0"/>
              <a:t> </a:t>
            </a:r>
            <a:r>
              <a:rPr lang="pl-PL" sz="1600" dirty="0" err="1"/>
              <a:t>time</a:t>
            </a:r>
            <a:r>
              <a:rPr lang="pl-PL" sz="1600" dirty="0"/>
              <a:t> )</a:t>
            </a:r>
          </a:p>
          <a:p>
            <a:endParaRPr lang="pl-PL" sz="1600" dirty="0"/>
          </a:p>
          <a:p>
            <a:r>
              <a:rPr lang="pl-PL" sz="1600" dirty="0" err="1"/>
              <a:t>latency</a:t>
            </a:r>
            <a:r>
              <a:rPr lang="pl-PL" sz="1600" dirty="0"/>
              <a:t> </a:t>
            </a:r>
            <a:r>
              <a:rPr lang="pl-PL" sz="1600" dirty="0" err="1"/>
              <a:t>increase</a:t>
            </a:r>
            <a:endParaRPr lang="pl-PL" sz="1600" dirty="0"/>
          </a:p>
          <a:p>
            <a:r>
              <a:rPr lang="pl-PL" sz="1600" dirty="0" err="1"/>
              <a:t>outside</a:t>
            </a:r>
            <a:r>
              <a:rPr lang="pl-PL" sz="1600" dirty="0"/>
              <a:t> of </a:t>
            </a:r>
            <a:r>
              <a:rPr lang="pl-PL" sz="1600" dirty="0" err="1"/>
              <a:t>constructed</a:t>
            </a:r>
            <a:r>
              <a:rPr lang="pl-PL" sz="1600" dirty="0"/>
              <a:t> </a:t>
            </a:r>
            <a:r>
              <a:rPr lang="pl-PL" sz="1600" dirty="0" err="1"/>
              <a:t>spans</a:t>
            </a:r>
            <a:endParaRPr lang="pl-PL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8D11B2-8F17-E5A9-1FFD-132A98C50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3909"/>
            <a:ext cx="12192000" cy="447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875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B0B91-B05F-E267-1A32-ED6F45B56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3D13FC6-9537-C2C3-498C-EB9427EDA9FA}"/>
              </a:ext>
            </a:extLst>
          </p:cNvPr>
          <p:cNvSpPr txBox="1"/>
          <p:nvPr/>
        </p:nvSpPr>
        <p:spPr>
          <a:xfrm>
            <a:off x="3910009" y="0"/>
            <a:ext cx="4371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Traces</a:t>
            </a:r>
            <a:r>
              <a:rPr lang="pl-PL" sz="4800" dirty="0"/>
              <a:t> </a:t>
            </a:r>
            <a:r>
              <a:rPr lang="pl-PL" sz="4800" dirty="0" err="1"/>
              <a:t>Timeline</a:t>
            </a:r>
            <a:endParaRPr lang="pl-PL" sz="4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12786F-FDF0-5ABE-753F-2212FB39E6BB}"/>
              </a:ext>
            </a:extLst>
          </p:cNvPr>
          <p:cNvSpPr txBox="1"/>
          <p:nvPr/>
        </p:nvSpPr>
        <p:spPr>
          <a:xfrm>
            <a:off x="8496300" y="222946"/>
            <a:ext cx="3695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( same </a:t>
            </a:r>
            <a:r>
              <a:rPr lang="pl-PL" sz="1600" dirty="0" err="1"/>
              <a:t>paths</a:t>
            </a:r>
            <a:r>
              <a:rPr lang="pl-PL" sz="1600" dirty="0"/>
              <a:t> - </a:t>
            </a:r>
            <a:r>
              <a:rPr lang="pl-PL" sz="1600" dirty="0" err="1"/>
              <a:t>different</a:t>
            </a:r>
            <a:r>
              <a:rPr lang="pl-PL" sz="1600" dirty="0"/>
              <a:t> </a:t>
            </a:r>
            <a:r>
              <a:rPr lang="pl-PL" sz="1600" dirty="0" err="1"/>
              <a:t>processing</a:t>
            </a:r>
            <a:r>
              <a:rPr lang="pl-PL" sz="1600" dirty="0"/>
              <a:t> </a:t>
            </a:r>
            <a:r>
              <a:rPr lang="pl-PL" sz="1600" dirty="0" err="1"/>
              <a:t>time</a:t>
            </a:r>
            <a:r>
              <a:rPr lang="pl-PL" sz="1600" dirty="0"/>
              <a:t> )</a:t>
            </a:r>
          </a:p>
          <a:p>
            <a:endParaRPr lang="pl-PL" sz="1600" dirty="0"/>
          </a:p>
          <a:p>
            <a:r>
              <a:rPr lang="pl-PL" sz="1600" dirty="0" err="1"/>
              <a:t>latency</a:t>
            </a:r>
            <a:r>
              <a:rPr lang="pl-PL" sz="1600" dirty="0"/>
              <a:t> </a:t>
            </a:r>
            <a:r>
              <a:rPr lang="pl-PL" sz="1600" dirty="0" err="1"/>
              <a:t>increase</a:t>
            </a:r>
            <a:endParaRPr lang="pl-PL" sz="1600" dirty="0"/>
          </a:p>
          <a:p>
            <a:r>
              <a:rPr lang="pl-PL" sz="1600" dirty="0" err="1"/>
              <a:t>outside</a:t>
            </a:r>
            <a:r>
              <a:rPr lang="pl-PL" sz="1600" dirty="0"/>
              <a:t> of </a:t>
            </a:r>
            <a:r>
              <a:rPr lang="pl-PL" sz="1600" dirty="0" err="1"/>
              <a:t>constructed</a:t>
            </a:r>
            <a:r>
              <a:rPr lang="pl-PL" sz="1600" dirty="0"/>
              <a:t> </a:t>
            </a:r>
            <a:r>
              <a:rPr lang="pl-PL" sz="1600" dirty="0" err="1"/>
              <a:t>spans</a:t>
            </a:r>
            <a:endParaRPr lang="pl-PL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5DDCBB-DF86-B34F-6A4C-B71CB0DB2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3909"/>
            <a:ext cx="12192000" cy="44750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068DD63-84EF-74BA-16D7-CEB86ED12DAF}"/>
              </a:ext>
            </a:extLst>
          </p:cNvPr>
          <p:cNvSpPr/>
          <p:nvPr/>
        </p:nvSpPr>
        <p:spPr>
          <a:xfrm>
            <a:off x="8612981" y="3859532"/>
            <a:ext cx="651669" cy="102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7FDD86-321F-54AD-CC6C-6244CD188C92}"/>
              </a:ext>
            </a:extLst>
          </p:cNvPr>
          <p:cNvSpPr txBox="1"/>
          <p:nvPr/>
        </p:nvSpPr>
        <p:spPr>
          <a:xfrm>
            <a:off x="2444349" y="6265722"/>
            <a:ext cx="7303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dirty="0" err="1"/>
              <a:t>our</a:t>
            </a:r>
            <a:r>
              <a:rPr lang="pl-PL" sz="1800" dirty="0"/>
              <a:t> </a:t>
            </a:r>
            <a:r>
              <a:rPr lang="pl-PL" sz="1800" dirty="0" err="1"/>
              <a:t>spans</a:t>
            </a:r>
            <a:r>
              <a:rPr lang="pl-PL" sz="1800" dirty="0"/>
              <a:t> </a:t>
            </a:r>
            <a:r>
              <a:rPr lang="pl-PL" sz="1800" dirty="0" err="1"/>
              <a:t>didn’t</a:t>
            </a:r>
            <a:r>
              <a:rPr lang="pl-PL" sz="1800" dirty="0"/>
              <a:t> </a:t>
            </a:r>
            <a:r>
              <a:rPr lang="pl-PL" sz="1800" dirty="0" err="1"/>
              <a:t>grow</a:t>
            </a:r>
            <a:r>
              <a:rPr lang="pl-PL" sz="1800" dirty="0"/>
              <a:t> </a:t>
            </a:r>
            <a:r>
              <a:rPr lang="pl-PL" sz="1800" dirty="0" err="1"/>
              <a:t>wider</a:t>
            </a:r>
            <a:r>
              <a:rPr lang="pl-PL" sz="1800" dirty="0"/>
              <a:t> -&gt; </a:t>
            </a:r>
            <a:r>
              <a:rPr lang="pl-PL" sz="1800" dirty="0" err="1"/>
              <a:t>empty</a:t>
            </a:r>
            <a:r>
              <a:rPr lang="pl-PL" sz="1800" dirty="0"/>
              <a:t> </a:t>
            </a:r>
            <a:r>
              <a:rPr lang="pl-PL" sz="1800" dirty="0" err="1"/>
              <a:t>space</a:t>
            </a:r>
            <a:r>
              <a:rPr lang="pl-PL" sz="1800" dirty="0"/>
              <a:t> was </a:t>
            </a:r>
            <a:r>
              <a:rPr lang="pl-PL" sz="1800" dirty="0" err="1"/>
              <a:t>added</a:t>
            </a:r>
            <a:r>
              <a:rPr lang="pl-PL" sz="1800" dirty="0"/>
              <a:t> </a:t>
            </a:r>
            <a:r>
              <a:rPr lang="pl-PL" sz="1800" dirty="0" err="1"/>
              <a:t>between</a:t>
            </a:r>
            <a:r>
              <a:rPr lang="pl-PL" sz="1800" dirty="0"/>
              <a:t> out </a:t>
            </a:r>
            <a:r>
              <a:rPr lang="pl-PL" sz="1800" dirty="0" err="1"/>
              <a:t>spans</a:t>
            </a:r>
            <a:endParaRPr lang="pl-PL" sz="1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216B75-F3ED-A518-D978-F68D05BD2B6B}"/>
              </a:ext>
            </a:extLst>
          </p:cNvPr>
          <p:cNvSpPr/>
          <p:nvPr/>
        </p:nvSpPr>
        <p:spPr>
          <a:xfrm>
            <a:off x="7845425" y="3689349"/>
            <a:ext cx="98425" cy="800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093EF7-8CC4-D2B4-9137-2F088E97F861}"/>
              </a:ext>
            </a:extLst>
          </p:cNvPr>
          <p:cNvSpPr/>
          <p:nvPr/>
        </p:nvSpPr>
        <p:spPr>
          <a:xfrm>
            <a:off x="8235951" y="3859531"/>
            <a:ext cx="46036" cy="102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1F1122-314C-9363-93C4-CEE6AE90F6A3}"/>
              </a:ext>
            </a:extLst>
          </p:cNvPr>
          <p:cNvSpPr/>
          <p:nvPr/>
        </p:nvSpPr>
        <p:spPr>
          <a:xfrm>
            <a:off x="11057890" y="5117892"/>
            <a:ext cx="130810" cy="7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C64787-FA5E-5120-7819-D0E7CC498875}"/>
              </a:ext>
            </a:extLst>
          </p:cNvPr>
          <p:cNvSpPr/>
          <p:nvPr/>
        </p:nvSpPr>
        <p:spPr>
          <a:xfrm>
            <a:off x="9314656" y="4034157"/>
            <a:ext cx="505619" cy="102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23758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FC3D2-21FE-E9A9-E7A0-9B6B88AC1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C67C6D-8EEB-25FD-F8FB-C01D76E79BCA}"/>
              </a:ext>
            </a:extLst>
          </p:cNvPr>
          <p:cNvSpPr txBox="1"/>
          <p:nvPr/>
        </p:nvSpPr>
        <p:spPr>
          <a:xfrm>
            <a:off x="3497101" y="0"/>
            <a:ext cx="5188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Traces</a:t>
            </a:r>
            <a:r>
              <a:rPr lang="pl-PL" sz="4800" dirty="0"/>
              <a:t> </a:t>
            </a:r>
            <a:r>
              <a:rPr lang="pl-PL" sz="4800" dirty="0" err="1"/>
              <a:t>Flamegraph</a:t>
            </a:r>
            <a:endParaRPr lang="pl-PL" sz="4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AEE738-3718-D620-9E00-F87E9F705C3A}"/>
              </a:ext>
            </a:extLst>
          </p:cNvPr>
          <p:cNvSpPr txBox="1"/>
          <p:nvPr/>
        </p:nvSpPr>
        <p:spPr>
          <a:xfrm>
            <a:off x="8496300" y="222946"/>
            <a:ext cx="3695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( same </a:t>
            </a:r>
            <a:r>
              <a:rPr lang="pl-PL" sz="1600" dirty="0" err="1"/>
              <a:t>paths</a:t>
            </a:r>
            <a:r>
              <a:rPr lang="pl-PL" sz="1600" dirty="0"/>
              <a:t> - </a:t>
            </a:r>
            <a:r>
              <a:rPr lang="pl-PL" sz="1600" dirty="0" err="1"/>
              <a:t>different</a:t>
            </a:r>
            <a:r>
              <a:rPr lang="pl-PL" sz="1600" dirty="0"/>
              <a:t> </a:t>
            </a:r>
            <a:r>
              <a:rPr lang="pl-PL" sz="1600" dirty="0" err="1"/>
              <a:t>processing</a:t>
            </a:r>
            <a:r>
              <a:rPr lang="pl-PL" sz="1600" dirty="0"/>
              <a:t> </a:t>
            </a:r>
            <a:r>
              <a:rPr lang="pl-PL" sz="1600" dirty="0" err="1"/>
              <a:t>time</a:t>
            </a:r>
            <a:r>
              <a:rPr lang="pl-PL" sz="1600" dirty="0"/>
              <a:t> )</a:t>
            </a:r>
          </a:p>
          <a:p>
            <a:endParaRPr lang="pl-PL" sz="1600" dirty="0"/>
          </a:p>
          <a:p>
            <a:r>
              <a:rPr lang="pl-PL" sz="1600" dirty="0" err="1"/>
              <a:t>latency</a:t>
            </a:r>
            <a:r>
              <a:rPr lang="pl-PL" sz="1600" dirty="0"/>
              <a:t> </a:t>
            </a:r>
            <a:r>
              <a:rPr lang="pl-PL" sz="1600" dirty="0" err="1"/>
              <a:t>increase</a:t>
            </a:r>
            <a:endParaRPr lang="pl-PL" sz="1600" dirty="0"/>
          </a:p>
          <a:p>
            <a:r>
              <a:rPr lang="pl-PL" sz="1600" dirty="0" err="1"/>
              <a:t>outside</a:t>
            </a:r>
            <a:r>
              <a:rPr lang="pl-PL" sz="1600" dirty="0"/>
              <a:t> of </a:t>
            </a:r>
            <a:r>
              <a:rPr lang="pl-PL" sz="1600" dirty="0" err="1"/>
              <a:t>constructed</a:t>
            </a:r>
            <a:r>
              <a:rPr lang="pl-PL" sz="1600" dirty="0"/>
              <a:t> </a:t>
            </a:r>
            <a:r>
              <a:rPr lang="pl-PL" sz="1600" dirty="0" err="1"/>
              <a:t>spans</a:t>
            </a:r>
            <a:endParaRPr lang="pl-PL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056E0C-56FD-9135-2EB6-3CF3351A1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3110"/>
            <a:ext cx="12192000" cy="499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038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05967-DAA6-FCD9-A023-D18F85746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765FC9-B216-3F04-F4F5-37EFAEB0DA60}"/>
              </a:ext>
            </a:extLst>
          </p:cNvPr>
          <p:cNvSpPr txBox="1"/>
          <p:nvPr/>
        </p:nvSpPr>
        <p:spPr>
          <a:xfrm>
            <a:off x="3497101" y="0"/>
            <a:ext cx="5188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Traces</a:t>
            </a:r>
            <a:r>
              <a:rPr lang="pl-PL" sz="4800" dirty="0"/>
              <a:t> </a:t>
            </a:r>
            <a:r>
              <a:rPr lang="pl-PL" sz="4800" dirty="0" err="1"/>
              <a:t>Flamegraph</a:t>
            </a:r>
            <a:endParaRPr lang="pl-PL" sz="4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854B60-79E8-2DE9-5AD1-3EB286643A05}"/>
              </a:ext>
            </a:extLst>
          </p:cNvPr>
          <p:cNvSpPr txBox="1"/>
          <p:nvPr/>
        </p:nvSpPr>
        <p:spPr>
          <a:xfrm>
            <a:off x="8496300" y="222946"/>
            <a:ext cx="3695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( same </a:t>
            </a:r>
            <a:r>
              <a:rPr lang="pl-PL" sz="1600" dirty="0" err="1"/>
              <a:t>paths</a:t>
            </a:r>
            <a:r>
              <a:rPr lang="pl-PL" sz="1600" dirty="0"/>
              <a:t> - </a:t>
            </a:r>
            <a:r>
              <a:rPr lang="pl-PL" sz="1600" dirty="0" err="1"/>
              <a:t>different</a:t>
            </a:r>
            <a:r>
              <a:rPr lang="pl-PL" sz="1600" dirty="0"/>
              <a:t> </a:t>
            </a:r>
            <a:r>
              <a:rPr lang="pl-PL" sz="1600" dirty="0" err="1"/>
              <a:t>processing</a:t>
            </a:r>
            <a:r>
              <a:rPr lang="pl-PL" sz="1600" dirty="0"/>
              <a:t> </a:t>
            </a:r>
            <a:r>
              <a:rPr lang="pl-PL" sz="1600" dirty="0" err="1"/>
              <a:t>time</a:t>
            </a:r>
            <a:r>
              <a:rPr lang="pl-PL" sz="1600" dirty="0"/>
              <a:t> )</a:t>
            </a:r>
          </a:p>
          <a:p>
            <a:endParaRPr lang="pl-PL" sz="1600" dirty="0"/>
          </a:p>
          <a:p>
            <a:r>
              <a:rPr lang="pl-PL" sz="1600" dirty="0" err="1"/>
              <a:t>latency</a:t>
            </a:r>
            <a:r>
              <a:rPr lang="pl-PL" sz="1600" dirty="0"/>
              <a:t> </a:t>
            </a:r>
            <a:r>
              <a:rPr lang="pl-PL" sz="1600" dirty="0" err="1"/>
              <a:t>increase</a:t>
            </a:r>
            <a:endParaRPr lang="pl-PL" sz="1600" dirty="0"/>
          </a:p>
          <a:p>
            <a:r>
              <a:rPr lang="pl-PL" sz="1600" dirty="0" err="1"/>
              <a:t>outside</a:t>
            </a:r>
            <a:r>
              <a:rPr lang="pl-PL" sz="1600" dirty="0"/>
              <a:t> of </a:t>
            </a:r>
            <a:r>
              <a:rPr lang="pl-PL" sz="1600" dirty="0" err="1"/>
              <a:t>constructed</a:t>
            </a:r>
            <a:r>
              <a:rPr lang="pl-PL" sz="1600" dirty="0"/>
              <a:t> </a:t>
            </a:r>
            <a:r>
              <a:rPr lang="pl-PL" sz="1600" dirty="0" err="1"/>
              <a:t>spans</a:t>
            </a:r>
            <a:endParaRPr lang="pl-PL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E2480C-B906-2A8E-561D-52959907E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3110"/>
            <a:ext cx="12192000" cy="49992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0A10975-9F66-00E8-0CD0-BC23CAD67048}"/>
              </a:ext>
            </a:extLst>
          </p:cNvPr>
          <p:cNvSpPr/>
          <p:nvPr/>
        </p:nvSpPr>
        <p:spPr>
          <a:xfrm>
            <a:off x="9762171" y="3196114"/>
            <a:ext cx="541497" cy="123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855BFA-6C3E-4873-2BAB-BCE4F4114060}"/>
              </a:ext>
            </a:extLst>
          </p:cNvPr>
          <p:cNvSpPr/>
          <p:nvPr/>
        </p:nvSpPr>
        <p:spPr>
          <a:xfrm>
            <a:off x="10918983" y="3472657"/>
            <a:ext cx="99061" cy="128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EDF27C-AF58-6A1B-D15B-73C64641E800}"/>
              </a:ext>
            </a:extLst>
          </p:cNvPr>
          <p:cNvSpPr/>
          <p:nvPr/>
        </p:nvSpPr>
        <p:spPr>
          <a:xfrm>
            <a:off x="11806234" y="3053874"/>
            <a:ext cx="338141" cy="136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FC6812-B56E-EAFF-D719-7AB0FF9B019E}"/>
              </a:ext>
            </a:extLst>
          </p:cNvPr>
          <p:cNvSpPr/>
          <p:nvPr/>
        </p:nvSpPr>
        <p:spPr>
          <a:xfrm>
            <a:off x="11540009" y="3472657"/>
            <a:ext cx="99061" cy="128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7D03A4-BEEA-4EF4-BFAE-6EBBF69BFD3E}"/>
              </a:ext>
            </a:extLst>
          </p:cNvPr>
          <p:cNvSpPr/>
          <p:nvPr/>
        </p:nvSpPr>
        <p:spPr>
          <a:xfrm>
            <a:off x="11659551" y="3190559"/>
            <a:ext cx="146683" cy="1233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000531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95873-3BF6-B08C-5FE8-05D6B007A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879D1D0-673A-1ADC-8C40-9CC6ADF9CF7E}"/>
              </a:ext>
            </a:extLst>
          </p:cNvPr>
          <p:cNvSpPr txBox="1"/>
          <p:nvPr/>
        </p:nvSpPr>
        <p:spPr>
          <a:xfrm>
            <a:off x="3910009" y="0"/>
            <a:ext cx="4371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Traces</a:t>
            </a:r>
            <a:r>
              <a:rPr lang="pl-PL" sz="4800" dirty="0"/>
              <a:t> </a:t>
            </a:r>
            <a:r>
              <a:rPr lang="pl-PL" sz="4800" dirty="0" err="1"/>
              <a:t>Timeline</a:t>
            </a:r>
            <a:endParaRPr lang="pl-PL" sz="4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69E575-5BBF-A0BE-608D-6042DF76D79E}"/>
              </a:ext>
            </a:extLst>
          </p:cNvPr>
          <p:cNvSpPr txBox="1"/>
          <p:nvPr/>
        </p:nvSpPr>
        <p:spPr>
          <a:xfrm>
            <a:off x="10469880" y="222945"/>
            <a:ext cx="1722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( </a:t>
            </a:r>
            <a:r>
              <a:rPr lang="pl-PL" sz="1600" dirty="0" err="1"/>
              <a:t>different</a:t>
            </a:r>
            <a:r>
              <a:rPr lang="pl-PL" sz="1600" dirty="0"/>
              <a:t> </a:t>
            </a:r>
            <a:r>
              <a:rPr lang="pl-PL" sz="1600" dirty="0" err="1"/>
              <a:t>paths</a:t>
            </a:r>
            <a:r>
              <a:rPr lang="pl-PL" sz="1600" dirty="0"/>
              <a:t> 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395D86-9830-A4AD-B326-9B24910A3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392" y="807721"/>
            <a:ext cx="8169216" cy="23322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B808C2-D0B9-E822-7023-4A2176779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093" y="3213032"/>
            <a:ext cx="8441808" cy="349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325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D6DFD-F8EC-DF92-2D03-63BE82ABC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07C0B5-F25E-05E0-BB0F-05E991F6B96B}"/>
              </a:ext>
            </a:extLst>
          </p:cNvPr>
          <p:cNvSpPr txBox="1"/>
          <p:nvPr/>
        </p:nvSpPr>
        <p:spPr>
          <a:xfrm>
            <a:off x="3497101" y="0"/>
            <a:ext cx="5188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Traces</a:t>
            </a:r>
            <a:r>
              <a:rPr lang="pl-PL" sz="4800" dirty="0"/>
              <a:t> </a:t>
            </a:r>
            <a:r>
              <a:rPr lang="pl-PL" sz="4800" dirty="0" err="1"/>
              <a:t>Flamegraph</a:t>
            </a:r>
            <a:endParaRPr lang="pl-PL" sz="4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E6F9A9-964B-7D46-DAD5-F7EF57522638}"/>
              </a:ext>
            </a:extLst>
          </p:cNvPr>
          <p:cNvSpPr txBox="1"/>
          <p:nvPr/>
        </p:nvSpPr>
        <p:spPr>
          <a:xfrm>
            <a:off x="10469880" y="222945"/>
            <a:ext cx="1722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( </a:t>
            </a:r>
            <a:r>
              <a:rPr lang="pl-PL" sz="1600" dirty="0" err="1"/>
              <a:t>different</a:t>
            </a:r>
            <a:r>
              <a:rPr lang="pl-PL" sz="1600" dirty="0"/>
              <a:t> </a:t>
            </a:r>
            <a:r>
              <a:rPr lang="pl-PL" sz="1600" dirty="0" err="1"/>
              <a:t>paths</a:t>
            </a:r>
            <a:r>
              <a:rPr lang="pl-PL" sz="1600" dirty="0"/>
              <a:t> 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E2F5D1-6927-B70B-5B96-694FC5243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2" y="1216131"/>
            <a:ext cx="12050807" cy="19433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5DE8F7-9AF2-8D24-A371-A4E908D8A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76" y="3429000"/>
            <a:ext cx="10404048" cy="312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572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7EBCF-230E-997A-1A50-540DF6EDE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34A2B4-E19B-89E8-0BA4-2DC1F4443C95}"/>
              </a:ext>
            </a:extLst>
          </p:cNvPr>
          <p:cNvSpPr txBox="1"/>
          <p:nvPr/>
        </p:nvSpPr>
        <p:spPr>
          <a:xfrm>
            <a:off x="4200108" y="0"/>
            <a:ext cx="3791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Traces</a:t>
            </a:r>
            <a:r>
              <a:rPr lang="pl-PL" sz="4800" dirty="0"/>
              <a:t> </a:t>
            </a:r>
            <a:r>
              <a:rPr lang="pl-PL" sz="4800" dirty="0" err="1"/>
              <a:t>Graph</a:t>
            </a:r>
            <a:endParaRPr lang="pl-PL" sz="4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36D4B-CCE5-E67E-F17C-F77D3DEDCB86}"/>
              </a:ext>
            </a:extLst>
          </p:cNvPr>
          <p:cNvSpPr txBox="1"/>
          <p:nvPr/>
        </p:nvSpPr>
        <p:spPr>
          <a:xfrm>
            <a:off x="10469880" y="222945"/>
            <a:ext cx="1722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( </a:t>
            </a:r>
            <a:r>
              <a:rPr lang="pl-PL" sz="1600" dirty="0" err="1"/>
              <a:t>different</a:t>
            </a:r>
            <a:r>
              <a:rPr lang="pl-PL" sz="1600" dirty="0"/>
              <a:t> </a:t>
            </a:r>
            <a:r>
              <a:rPr lang="pl-PL" sz="1600" dirty="0" err="1"/>
              <a:t>paths</a:t>
            </a:r>
            <a:r>
              <a:rPr lang="pl-PL" sz="1600" dirty="0"/>
              <a:t> 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B530C9-0D1D-33E1-ADE9-D54974962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6507"/>
            <a:ext cx="12192000" cy="19951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65B4D7-3B93-F440-EE91-35750BFE0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46162"/>
            <a:ext cx="12192000" cy="70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448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80C1C-C5F8-2075-C8DF-1F635184A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53A26-176F-7586-A56D-8AC6C45E02C6}"/>
              </a:ext>
            </a:extLst>
          </p:cNvPr>
          <p:cNvSpPr txBox="1"/>
          <p:nvPr/>
        </p:nvSpPr>
        <p:spPr>
          <a:xfrm>
            <a:off x="3697188" y="0"/>
            <a:ext cx="4492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Traces</a:t>
            </a:r>
            <a:r>
              <a:rPr lang="pl-PL" sz="4800" dirty="0"/>
              <a:t> </a:t>
            </a:r>
            <a:r>
              <a:rPr lang="pl-PL" sz="4800" dirty="0" err="1"/>
              <a:t>Compare</a:t>
            </a:r>
            <a:endParaRPr lang="pl-PL" sz="4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FB17E6-4BC3-3BAA-F4C5-280A3B885C05}"/>
              </a:ext>
            </a:extLst>
          </p:cNvPr>
          <p:cNvSpPr txBox="1"/>
          <p:nvPr/>
        </p:nvSpPr>
        <p:spPr>
          <a:xfrm>
            <a:off x="10469880" y="222945"/>
            <a:ext cx="1722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( </a:t>
            </a:r>
            <a:r>
              <a:rPr lang="pl-PL" sz="1600" dirty="0" err="1"/>
              <a:t>different</a:t>
            </a:r>
            <a:r>
              <a:rPr lang="pl-PL" sz="1600" dirty="0"/>
              <a:t> </a:t>
            </a:r>
            <a:r>
              <a:rPr lang="pl-PL" sz="1600" dirty="0" err="1"/>
              <a:t>paths</a:t>
            </a:r>
            <a:r>
              <a:rPr lang="pl-PL" sz="1600" dirty="0"/>
              <a:t> )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B43942A-31F1-75A3-3A39-BBB8C93DB8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680869-8699-B41E-9DC5-F900DEDAE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93131"/>
            <a:ext cx="12192000" cy="19704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E2DCE4-60D5-D5E0-0876-977EE096E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8484"/>
            <a:ext cx="12192000" cy="19951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BF7475-33FF-6EA3-D70E-1A6E12383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76442"/>
            <a:ext cx="12192000" cy="7051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CFA7D2-8B36-7FB3-13ED-D232CBA3ED5C}"/>
              </a:ext>
            </a:extLst>
          </p:cNvPr>
          <p:cNvSpPr txBox="1"/>
          <p:nvPr/>
        </p:nvSpPr>
        <p:spPr>
          <a:xfrm>
            <a:off x="8496300" y="6063555"/>
            <a:ext cx="815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>
                <a:solidFill>
                  <a:srgbClr val="00B050"/>
                </a:solidFill>
              </a:rPr>
              <a:t>added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BBC375-AA49-D618-CDA8-E7563CC86DC6}"/>
              </a:ext>
            </a:extLst>
          </p:cNvPr>
          <p:cNvSpPr txBox="1"/>
          <p:nvPr/>
        </p:nvSpPr>
        <p:spPr>
          <a:xfrm>
            <a:off x="2331720" y="6063555"/>
            <a:ext cx="1059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 err="1">
                <a:solidFill>
                  <a:schemeClr val="bg2">
                    <a:lumMod val="75000"/>
                    <a:lumOff val="25000"/>
                  </a:schemeClr>
                </a:solidFill>
              </a:rPr>
              <a:t>common</a:t>
            </a:r>
            <a:endParaRPr lang="pl-PL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0B9460-2737-A8C4-F041-C7C18E9DB2D2}"/>
              </a:ext>
            </a:extLst>
          </p:cNvPr>
          <p:cNvSpPr txBox="1"/>
          <p:nvPr/>
        </p:nvSpPr>
        <p:spPr>
          <a:xfrm>
            <a:off x="5494020" y="6090197"/>
            <a:ext cx="899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 err="1">
                <a:solidFill>
                  <a:srgbClr val="FF0000"/>
                </a:solidFill>
              </a:rPr>
              <a:t>deleted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210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2B5E1-542A-4229-BCBB-1DD2E4262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A713DD-F2A4-15BD-4D47-E502117DA677}"/>
              </a:ext>
            </a:extLst>
          </p:cNvPr>
          <p:cNvSpPr txBox="1"/>
          <p:nvPr/>
        </p:nvSpPr>
        <p:spPr>
          <a:xfrm>
            <a:off x="3304014" y="64561"/>
            <a:ext cx="55839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/>
              <a:t>System Architecture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CA58E5-64C3-DDFA-2278-E60F1F76B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839" y="895558"/>
            <a:ext cx="4846322" cy="587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192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BF9B0-CD16-19EC-5643-B1BA7E716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19F9EA-FBC4-A4DA-A074-2B7506C83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118800"/>
            <a:ext cx="12192000" cy="26203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32E0C4-9BB7-D006-C47F-BFE2653621D4}"/>
              </a:ext>
            </a:extLst>
          </p:cNvPr>
          <p:cNvSpPr txBox="1"/>
          <p:nvPr/>
        </p:nvSpPr>
        <p:spPr>
          <a:xfrm>
            <a:off x="4912611" y="0"/>
            <a:ext cx="23667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Grafana</a:t>
            </a:r>
            <a:endParaRPr lang="pl-PL" sz="4800" dirty="0"/>
          </a:p>
        </p:txBody>
      </p:sp>
    </p:spTree>
    <p:extLst>
      <p:ext uri="{BB962C8B-B14F-4D97-AF65-F5344CB8AC3E}">
        <p14:creationId xmlns:p14="http://schemas.microsoft.com/office/powerpoint/2010/main" val="2976837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43F81-6BB1-9F41-9FC4-D01FD43B0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8C82EBB-870F-F1D2-82AA-DF839B91F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2148"/>
            <a:ext cx="12192000" cy="46137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0DF855-C73E-B094-67A2-6C0F5DE4BB1E}"/>
              </a:ext>
            </a:extLst>
          </p:cNvPr>
          <p:cNvSpPr txBox="1"/>
          <p:nvPr/>
        </p:nvSpPr>
        <p:spPr>
          <a:xfrm>
            <a:off x="3850765" y="0"/>
            <a:ext cx="44904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Grafana</a:t>
            </a:r>
            <a:r>
              <a:rPr lang="pl-PL" sz="4800" dirty="0"/>
              <a:t> - </a:t>
            </a:r>
            <a:r>
              <a:rPr lang="pl-PL" sz="4800" dirty="0" err="1"/>
              <a:t>Traces</a:t>
            </a:r>
            <a:endParaRPr lang="pl-PL" sz="4800" dirty="0"/>
          </a:p>
        </p:txBody>
      </p:sp>
    </p:spTree>
    <p:extLst>
      <p:ext uri="{BB962C8B-B14F-4D97-AF65-F5344CB8AC3E}">
        <p14:creationId xmlns:p14="http://schemas.microsoft.com/office/powerpoint/2010/main" val="349168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0566B-0016-A8F7-E21E-C6C0B7AAD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A4518FC-1B8D-C22A-CF94-5FC3D4FFBB7C}"/>
              </a:ext>
            </a:extLst>
          </p:cNvPr>
          <p:cNvSpPr txBox="1"/>
          <p:nvPr/>
        </p:nvSpPr>
        <p:spPr>
          <a:xfrm>
            <a:off x="3850765" y="0"/>
            <a:ext cx="44904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Grafana</a:t>
            </a:r>
            <a:r>
              <a:rPr lang="pl-PL" sz="4800" dirty="0"/>
              <a:t> - </a:t>
            </a:r>
            <a:r>
              <a:rPr lang="pl-PL" sz="4800" dirty="0" err="1"/>
              <a:t>Traces</a:t>
            </a:r>
            <a:endParaRPr lang="pl-PL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5C3FA3-1734-D8AC-C2BF-DA581474A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5354"/>
            <a:ext cx="12192000" cy="490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8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7ECCB-7267-4D1D-1D23-90209D1DF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F9D9A1-1D8A-DDE0-F433-EBF44DEF1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430"/>
            <a:ext cx="12192000" cy="60575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827856-1DDA-C436-F3AA-76782D14880C}"/>
              </a:ext>
            </a:extLst>
          </p:cNvPr>
          <p:cNvSpPr txBox="1"/>
          <p:nvPr/>
        </p:nvSpPr>
        <p:spPr>
          <a:xfrm>
            <a:off x="2063487" y="0"/>
            <a:ext cx="8065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Grafana</a:t>
            </a:r>
            <a:r>
              <a:rPr lang="pl-PL" sz="4800" dirty="0"/>
              <a:t> – </a:t>
            </a:r>
            <a:r>
              <a:rPr lang="pl-PL" sz="4800" dirty="0" err="1"/>
              <a:t>Drilldown</a:t>
            </a:r>
            <a:r>
              <a:rPr lang="pl-PL" sz="4800" dirty="0"/>
              <a:t> - </a:t>
            </a:r>
            <a:r>
              <a:rPr lang="pl-PL" sz="4800" dirty="0" err="1"/>
              <a:t>Metrics</a:t>
            </a:r>
            <a:endParaRPr lang="pl-PL" sz="4800" dirty="0"/>
          </a:p>
        </p:txBody>
      </p:sp>
    </p:spTree>
    <p:extLst>
      <p:ext uri="{BB962C8B-B14F-4D97-AF65-F5344CB8AC3E}">
        <p14:creationId xmlns:p14="http://schemas.microsoft.com/office/powerpoint/2010/main" val="12328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13838-61F7-191D-D686-AE55111D9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9634DA-27C5-AFE9-5173-9A48B0E64B32}"/>
              </a:ext>
            </a:extLst>
          </p:cNvPr>
          <p:cNvSpPr txBox="1"/>
          <p:nvPr/>
        </p:nvSpPr>
        <p:spPr>
          <a:xfrm>
            <a:off x="2063487" y="0"/>
            <a:ext cx="8065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Grafana</a:t>
            </a:r>
            <a:r>
              <a:rPr lang="pl-PL" sz="4800" dirty="0"/>
              <a:t> – </a:t>
            </a:r>
            <a:r>
              <a:rPr lang="pl-PL" sz="4800" dirty="0" err="1"/>
              <a:t>Drilldown</a:t>
            </a:r>
            <a:r>
              <a:rPr lang="pl-PL" sz="4800" dirty="0"/>
              <a:t> - </a:t>
            </a:r>
            <a:r>
              <a:rPr lang="pl-PL" sz="4800" dirty="0" err="1"/>
              <a:t>Metrics</a:t>
            </a:r>
            <a:endParaRPr lang="pl-PL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6E1F6F-E71D-2E39-4D5F-5BFB46A14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2059"/>
            <a:ext cx="12192000" cy="485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215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4FDBE-E775-917E-471B-5781CBF8E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B2E654-DA66-AA5D-1E56-8D6462B1C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86317"/>
            <a:ext cx="12192000" cy="33710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32E815-09BC-657E-6F6F-1415BDEEA6A3}"/>
              </a:ext>
            </a:extLst>
          </p:cNvPr>
          <p:cNvSpPr txBox="1"/>
          <p:nvPr/>
        </p:nvSpPr>
        <p:spPr>
          <a:xfrm>
            <a:off x="1969003" y="0"/>
            <a:ext cx="82539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Grafana</a:t>
            </a:r>
            <a:r>
              <a:rPr lang="pl-PL" sz="4800" dirty="0"/>
              <a:t> – </a:t>
            </a:r>
            <a:r>
              <a:rPr lang="pl-PL" sz="4800" dirty="0" err="1"/>
              <a:t>Drilldown</a:t>
            </a:r>
            <a:r>
              <a:rPr lang="pl-PL" sz="4800" dirty="0"/>
              <a:t> – </a:t>
            </a:r>
            <a:r>
              <a:rPr lang="pl-PL" sz="4800" dirty="0" err="1"/>
              <a:t>Profiles</a:t>
            </a:r>
            <a:endParaRPr lang="pl-PL" sz="4800" dirty="0"/>
          </a:p>
        </p:txBody>
      </p:sp>
    </p:spTree>
    <p:extLst>
      <p:ext uri="{BB962C8B-B14F-4D97-AF65-F5344CB8AC3E}">
        <p14:creationId xmlns:p14="http://schemas.microsoft.com/office/powerpoint/2010/main" val="2200519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6F9ED-83B3-FDEF-487D-D88D7ED87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8D7F8E-4A40-5EE0-3066-AA500FBAEF10}"/>
              </a:ext>
            </a:extLst>
          </p:cNvPr>
          <p:cNvSpPr txBox="1"/>
          <p:nvPr/>
        </p:nvSpPr>
        <p:spPr>
          <a:xfrm>
            <a:off x="1969003" y="0"/>
            <a:ext cx="82539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 err="1"/>
              <a:t>Grafana</a:t>
            </a:r>
            <a:r>
              <a:rPr lang="pl-PL" sz="4800" dirty="0"/>
              <a:t> – </a:t>
            </a:r>
            <a:r>
              <a:rPr lang="pl-PL" sz="4800" dirty="0" err="1"/>
              <a:t>Drilldown</a:t>
            </a:r>
            <a:r>
              <a:rPr lang="pl-PL" sz="4800" dirty="0"/>
              <a:t> – </a:t>
            </a:r>
            <a:r>
              <a:rPr lang="pl-PL" sz="4800" dirty="0" err="1"/>
              <a:t>Profiles</a:t>
            </a:r>
            <a:endParaRPr lang="pl-PL" sz="4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CE2AEC-8F16-C788-E1BF-9E7C8075F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912"/>
            <a:ext cx="12192000" cy="565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9148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3306</TotalTime>
  <Words>555</Words>
  <Application>Microsoft Office PowerPoint</Application>
  <PresentationFormat>Widescreen</PresentationFormat>
  <Paragraphs>110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Wojciech Mackowiak (Nokia)</dc:creator>
  <cp:lastModifiedBy>Wojciech Mackowiak (Nokia)</cp:lastModifiedBy>
  <cp:revision>32</cp:revision>
  <dcterms:created xsi:type="dcterms:W3CDTF">2026-05-17T15:20:03Z</dcterms:created>
  <dcterms:modified xsi:type="dcterms:W3CDTF">2026-05-20T15:35:17Z</dcterms:modified>
</cp:coreProperties>
</file>