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74" r:id="rId3"/>
    <p:sldId id="259" r:id="rId4"/>
    <p:sldId id="264" r:id="rId5"/>
    <p:sldId id="263" r:id="rId6"/>
    <p:sldId id="258" r:id="rId7"/>
    <p:sldId id="257" r:id="rId8"/>
    <p:sldId id="261" r:id="rId9"/>
    <p:sldId id="260" r:id="rId10"/>
    <p:sldId id="262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9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773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522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319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58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814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54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612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16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13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836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5124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61946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5557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49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740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69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420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9CCF5A4-DCFE-4CF5-8A90-5B36815DA31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2336A4BA-1D4B-47CA-8CEF-AAF237E32D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8102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telemetry.io/docs/languages/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otelbin.io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2F69A48-1107-ACD4-675F-2776E0C5BA97}"/>
              </a:ext>
            </a:extLst>
          </p:cNvPr>
          <p:cNvSpPr/>
          <p:nvPr/>
        </p:nvSpPr>
        <p:spPr>
          <a:xfrm>
            <a:off x="3638468" y="201275"/>
            <a:ext cx="49150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l-PL" sz="54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OpenTelemetry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13F2F9-CF12-E544-5906-3BAA72045782}"/>
              </a:ext>
            </a:extLst>
          </p:cNvPr>
          <p:cNvSpPr txBox="1"/>
          <p:nvPr/>
        </p:nvSpPr>
        <p:spPr>
          <a:xfrm>
            <a:off x="796289" y="1255990"/>
            <a:ext cx="10599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Universal standard and </a:t>
            </a:r>
            <a:r>
              <a:rPr lang="pl-PL" dirty="0" err="1"/>
              <a:t>sets</a:t>
            </a:r>
            <a:r>
              <a:rPr lang="pl-PL" dirty="0"/>
              <a:t> of </a:t>
            </a:r>
            <a:r>
              <a:rPr lang="pl-PL" dirty="0" err="1"/>
              <a:t>tools</a:t>
            </a:r>
            <a:r>
              <a:rPr lang="pl-PL" dirty="0"/>
              <a:t> </a:t>
            </a:r>
            <a:r>
              <a:rPr lang="pl-PL" dirty="0" err="1"/>
              <a:t>allowing</a:t>
            </a:r>
            <a:r>
              <a:rPr lang="pl-PL" dirty="0"/>
              <a:t> </a:t>
            </a:r>
            <a:r>
              <a:rPr lang="pl-PL" dirty="0" err="1"/>
              <a:t>applications</a:t>
            </a:r>
            <a:r>
              <a:rPr lang="pl-PL" dirty="0"/>
              <a:t> to report telemetry data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89210D-9EFA-0DE7-BA8E-95A2C4273FB0}"/>
              </a:ext>
            </a:extLst>
          </p:cNvPr>
          <p:cNvSpPr txBox="1"/>
          <p:nvPr/>
        </p:nvSpPr>
        <p:spPr>
          <a:xfrm>
            <a:off x="796288" y="2024568"/>
            <a:ext cx="4560572" cy="1685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pl-PL" dirty="0"/>
              <a:t>API / SDK</a:t>
            </a:r>
            <a:br>
              <a:rPr lang="pl-PL" dirty="0"/>
            </a:br>
            <a:r>
              <a:rPr lang="pl-PL" sz="900" dirty="0"/>
              <a:t> </a:t>
            </a:r>
            <a:endParaRPr lang="pl-PL" dirty="0"/>
          </a:p>
          <a:p>
            <a:pPr marL="285750" indent="-285750">
              <a:buFontTx/>
              <a:buChar char="-"/>
            </a:pPr>
            <a:r>
              <a:rPr lang="pl-PL" dirty="0" err="1"/>
              <a:t>OpenTelemetry</a:t>
            </a:r>
            <a:r>
              <a:rPr lang="pl-PL" dirty="0"/>
              <a:t> </a:t>
            </a:r>
            <a:r>
              <a:rPr lang="pl-PL" dirty="0" err="1"/>
              <a:t>Collector</a:t>
            </a:r>
            <a:br>
              <a:rPr lang="pl-PL" dirty="0"/>
            </a:br>
            <a:r>
              <a:rPr lang="pl-PL" sz="1000" dirty="0" err="1"/>
              <a:t>separete</a:t>
            </a:r>
            <a:r>
              <a:rPr lang="pl-PL" sz="1000" dirty="0"/>
              <a:t> proces ( </a:t>
            </a:r>
            <a:r>
              <a:rPr lang="pl-PL" sz="1000" dirty="0" err="1"/>
              <a:t>written</a:t>
            </a:r>
            <a:r>
              <a:rPr lang="pl-PL" sz="1000" dirty="0"/>
              <a:t> in GO ), </a:t>
            </a:r>
            <a:r>
              <a:rPr lang="pl-PL" sz="1000" dirty="0" err="1"/>
              <a:t>that</a:t>
            </a:r>
            <a:r>
              <a:rPr lang="pl-PL" sz="1000" dirty="0"/>
              <a:t> </a:t>
            </a:r>
            <a:r>
              <a:rPr lang="pl-PL" sz="1000" dirty="0" err="1"/>
              <a:t>received</a:t>
            </a:r>
            <a:r>
              <a:rPr lang="pl-PL" sz="1000" dirty="0"/>
              <a:t> </a:t>
            </a:r>
            <a:r>
              <a:rPr lang="pl-PL" sz="1000" dirty="0" err="1"/>
              <a:t>all</a:t>
            </a:r>
            <a:r>
              <a:rPr lang="pl-PL" sz="1000" dirty="0"/>
              <a:t> data</a:t>
            </a:r>
            <a:endParaRPr lang="pl-PL" dirty="0"/>
          </a:p>
          <a:p>
            <a:pPr marL="285750" indent="-285750">
              <a:buFontTx/>
              <a:buChar char="-"/>
            </a:pPr>
            <a:endParaRPr lang="pl-PL" sz="1050" dirty="0"/>
          </a:p>
          <a:p>
            <a:pPr marL="285750" indent="-285750">
              <a:buFontTx/>
              <a:buChar char="-"/>
            </a:pPr>
            <a:r>
              <a:rPr lang="pl-PL" dirty="0"/>
              <a:t>OTLP – </a:t>
            </a:r>
            <a:r>
              <a:rPr lang="pl-PL" dirty="0" err="1"/>
              <a:t>OpenTelemetry</a:t>
            </a:r>
            <a:r>
              <a:rPr lang="pl-PL" dirty="0"/>
              <a:t> </a:t>
            </a:r>
            <a:r>
              <a:rPr lang="pl-PL" dirty="0" err="1"/>
              <a:t>Protocol</a:t>
            </a:r>
            <a:br>
              <a:rPr lang="pl-PL" dirty="0"/>
            </a:br>
            <a:r>
              <a:rPr lang="pl-PL" sz="1000" dirty="0" err="1"/>
              <a:t>Schema</a:t>
            </a:r>
            <a:r>
              <a:rPr lang="pl-PL" sz="1000" dirty="0"/>
              <a:t> / </a:t>
            </a:r>
            <a:r>
              <a:rPr lang="pl-PL" sz="1000" dirty="0" err="1"/>
              <a:t>Serialization</a:t>
            </a:r>
            <a:r>
              <a:rPr lang="pl-PL" sz="1000" dirty="0"/>
              <a:t> -&gt; </a:t>
            </a:r>
            <a:r>
              <a:rPr lang="pl-PL" sz="1000" dirty="0" err="1"/>
              <a:t>Protobuff</a:t>
            </a:r>
            <a:r>
              <a:rPr lang="pl-PL" sz="1000" dirty="0"/>
              <a:t> </a:t>
            </a:r>
            <a:r>
              <a:rPr lang="pl-PL" sz="1000" dirty="0" err="1"/>
              <a:t>itf</a:t>
            </a:r>
            <a:r>
              <a:rPr lang="pl-PL" sz="1000" dirty="0"/>
              <a:t> / JSON </a:t>
            </a:r>
            <a:r>
              <a:rPr lang="pl-PL" sz="1000" dirty="0" err="1"/>
              <a:t>schema</a:t>
            </a:r>
            <a:br>
              <a:rPr lang="pl-PL" sz="1000" dirty="0"/>
            </a:br>
            <a:r>
              <a:rPr lang="pl-PL" sz="1000" dirty="0"/>
              <a:t>Transport -&gt; </a:t>
            </a:r>
            <a:r>
              <a:rPr lang="pl-PL" sz="1000" dirty="0" err="1"/>
              <a:t>gRPC</a:t>
            </a:r>
            <a:r>
              <a:rPr lang="pl-PL" sz="1000" dirty="0"/>
              <a:t> / HTTP/1.1</a:t>
            </a:r>
          </a:p>
        </p:txBody>
      </p:sp>
      <p:pic>
        <p:nvPicPr>
          <p:cNvPr id="2050" name="Picture 2" descr="An OpenTelemetry Pipeline">
            <a:extLst>
              <a:ext uri="{FF2B5EF4-FFF2-40B4-BE49-F238E27FC236}">
                <a16:creationId xmlns:a16="http://schemas.microsoft.com/office/drawing/2014/main" id="{B82BCA90-E8FB-576C-0E2C-3DB61252CC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5941" y="1952772"/>
            <a:ext cx="6654548" cy="320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073AEED-A8E5-348C-808D-AAA830D9AA0F}"/>
              </a:ext>
            </a:extLst>
          </p:cNvPr>
          <p:cNvSpPr txBox="1"/>
          <p:nvPr/>
        </p:nvSpPr>
        <p:spPr>
          <a:xfrm>
            <a:off x="796288" y="4466241"/>
            <a:ext cx="34632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pl-PL" sz="2800" dirty="0" err="1"/>
              <a:t>Trace</a:t>
            </a:r>
            <a:r>
              <a:rPr lang="pl-PL" sz="2800" dirty="0"/>
              <a:t> / </a:t>
            </a:r>
            <a:r>
              <a:rPr lang="pl-PL" sz="2800" dirty="0" err="1"/>
              <a:t>Span</a:t>
            </a:r>
            <a:endParaRPr lang="pl-PL" sz="2800" dirty="0"/>
          </a:p>
          <a:p>
            <a:pPr marL="342900" indent="-342900">
              <a:buFont typeface="+mj-lt"/>
              <a:buAutoNum type="arabicPeriod"/>
            </a:pPr>
            <a:r>
              <a:rPr lang="pl-PL" sz="2800" dirty="0" err="1"/>
              <a:t>Metrics</a:t>
            </a:r>
            <a:endParaRPr lang="pl-PL" sz="2800" dirty="0"/>
          </a:p>
          <a:p>
            <a:pPr marL="342900" indent="-342900">
              <a:buFont typeface="+mj-lt"/>
              <a:buAutoNum type="arabicPeriod"/>
            </a:pPr>
            <a:r>
              <a:rPr lang="pl-PL" sz="2800" dirty="0" err="1"/>
              <a:t>Logs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9149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B9122-40BB-B7F4-DD34-A02EFB282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ACBA485-3CCB-0218-2FDC-BB0DF0450435}"/>
              </a:ext>
            </a:extLst>
          </p:cNvPr>
          <p:cNvSpPr/>
          <p:nvPr/>
        </p:nvSpPr>
        <p:spPr>
          <a:xfrm>
            <a:off x="3638468" y="201275"/>
            <a:ext cx="49150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l-PL" sz="54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OpenTelemetry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A24D53-2400-0866-EFD4-3703EE90EA08}"/>
              </a:ext>
            </a:extLst>
          </p:cNvPr>
          <p:cNvSpPr txBox="1"/>
          <p:nvPr/>
        </p:nvSpPr>
        <p:spPr>
          <a:xfrm>
            <a:off x="4320540" y="1630025"/>
            <a:ext cx="3657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C++</a:t>
            </a:r>
          </a:p>
          <a:p>
            <a:r>
              <a:rPr lang="pl-PL" dirty="0"/>
              <a:t>C#</a:t>
            </a:r>
          </a:p>
          <a:p>
            <a:r>
              <a:rPr lang="en-US" dirty="0"/>
              <a:t>Erlang/Elixir</a:t>
            </a:r>
          </a:p>
          <a:p>
            <a:r>
              <a:rPr lang="en-US" dirty="0"/>
              <a:t>Go</a:t>
            </a:r>
          </a:p>
          <a:p>
            <a:r>
              <a:rPr lang="en-US" dirty="0"/>
              <a:t>Java — Record Telemetry with API</a:t>
            </a:r>
          </a:p>
          <a:p>
            <a:r>
              <a:rPr lang="en-US" dirty="0"/>
              <a:t>JavaScript</a:t>
            </a:r>
          </a:p>
          <a:p>
            <a:r>
              <a:rPr lang="en-US" dirty="0"/>
              <a:t>PHP</a:t>
            </a:r>
          </a:p>
          <a:p>
            <a:r>
              <a:rPr lang="en-US" dirty="0"/>
              <a:t>Python</a:t>
            </a:r>
          </a:p>
          <a:p>
            <a:r>
              <a:rPr lang="en-US" dirty="0"/>
              <a:t>Ruby</a:t>
            </a:r>
          </a:p>
          <a:p>
            <a:r>
              <a:rPr lang="en-US" dirty="0"/>
              <a:t>Rust</a:t>
            </a:r>
            <a:endParaRPr lang="pl-P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B4D06-4111-A845-E9B3-76F285F458FD}"/>
              </a:ext>
            </a:extLst>
          </p:cNvPr>
          <p:cNvSpPr txBox="1"/>
          <p:nvPr/>
        </p:nvSpPr>
        <p:spPr>
          <a:xfrm>
            <a:off x="3905250" y="5274766"/>
            <a:ext cx="44881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https://opentelemetry.io/docs/languages/</a:t>
            </a:r>
            <a:endParaRPr lang="pl-P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AEA371-2B8D-5906-F31E-25D3C1FDF5E6}"/>
              </a:ext>
            </a:extLst>
          </p:cNvPr>
          <p:cNvSpPr txBox="1"/>
          <p:nvPr/>
        </p:nvSpPr>
        <p:spPr>
          <a:xfrm>
            <a:off x="9547860" y="2184023"/>
            <a:ext cx="13106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C++</a:t>
            </a:r>
          </a:p>
          <a:p>
            <a:r>
              <a:rPr lang="pl-PL" dirty="0"/>
              <a:t>C#</a:t>
            </a:r>
          </a:p>
          <a:p>
            <a:r>
              <a:rPr lang="en-US" dirty="0"/>
              <a:t>Go</a:t>
            </a:r>
          </a:p>
          <a:p>
            <a:r>
              <a:rPr lang="en-US" dirty="0"/>
              <a:t>Java</a:t>
            </a:r>
            <a:endParaRPr lang="pl-PL" dirty="0"/>
          </a:p>
          <a:p>
            <a:r>
              <a:rPr lang="en-US" dirty="0"/>
              <a:t>Python</a:t>
            </a:r>
          </a:p>
          <a:p>
            <a:r>
              <a:rPr lang="en-US" dirty="0"/>
              <a:t>Rust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575082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3295-43A5-6573-7122-4DC8B8C0D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OpenTelemetry Collector Data Flow Overview">
            <a:extLst>
              <a:ext uri="{FF2B5EF4-FFF2-40B4-BE49-F238E27FC236}">
                <a16:creationId xmlns:a16="http://schemas.microsoft.com/office/drawing/2014/main" id="{C7F1EE31-9999-5D04-5415-A28B3C4B4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942" y="757320"/>
            <a:ext cx="10368116" cy="5343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BF4964-F0D7-BBD3-F74B-FD900B2BBAC3}"/>
              </a:ext>
            </a:extLst>
          </p:cNvPr>
          <p:cNvSpPr txBox="1"/>
          <p:nvPr/>
        </p:nvSpPr>
        <p:spPr>
          <a:xfrm>
            <a:off x="4599132" y="6201613"/>
            <a:ext cx="299373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00" dirty="0" err="1"/>
              <a:t>Logging</a:t>
            </a:r>
            <a:r>
              <a:rPr lang="pl-PL" sz="1000" dirty="0"/>
              <a:t> </a:t>
            </a:r>
            <a:r>
              <a:rPr lang="pl-PL" sz="1000" dirty="0" err="1"/>
              <a:t>exporter</a:t>
            </a:r>
            <a:r>
              <a:rPr lang="pl-PL" sz="1000" dirty="0"/>
              <a:t> -&gt; </a:t>
            </a:r>
            <a:r>
              <a:rPr lang="pl-PL" sz="1000" dirty="0" err="1"/>
              <a:t>logs</a:t>
            </a:r>
            <a:r>
              <a:rPr lang="pl-PL" sz="1000" dirty="0"/>
              <a:t> from </a:t>
            </a:r>
            <a:r>
              <a:rPr lang="pl-PL" sz="1000" dirty="0" err="1"/>
              <a:t>Otel</a:t>
            </a:r>
            <a:r>
              <a:rPr lang="pl-PL" sz="1000" dirty="0"/>
              <a:t> </a:t>
            </a:r>
            <a:r>
              <a:rPr lang="pl-PL" sz="1000" dirty="0" err="1"/>
              <a:t>Collector</a:t>
            </a:r>
            <a:r>
              <a:rPr lang="pl-PL" sz="1000" dirty="0"/>
              <a:t> </a:t>
            </a:r>
            <a:r>
              <a:rPr lang="pl-PL" sz="1000" dirty="0" err="1"/>
              <a:t>itself</a:t>
            </a:r>
            <a:endParaRPr lang="pl-PL" sz="1000" dirty="0"/>
          </a:p>
          <a:p>
            <a:endParaRPr lang="pl-PL" sz="1000" dirty="0"/>
          </a:p>
          <a:p>
            <a:r>
              <a:rPr lang="pl-PL" sz="1000" u="sng" dirty="0"/>
              <a:t>the </a:t>
            </a:r>
            <a:r>
              <a:rPr lang="pl-PL" sz="1000" u="sng" dirty="0" err="1"/>
              <a:t>observer</a:t>
            </a:r>
            <a:r>
              <a:rPr lang="pl-PL" sz="1000" u="sng" dirty="0"/>
              <a:t> </a:t>
            </a:r>
            <a:r>
              <a:rPr lang="pl-PL" sz="1000" u="sng" dirty="0" err="1"/>
              <a:t>must</a:t>
            </a:r>
            <a:r>
              <a:rPr lang="pl-PL" sz="1000" u="sng" dirty="0"/>
              <a:t> </a:t>
            </a:r>
            <a:r>
              <a:rPr lang="pl-PL" sz="1000" u="sng" dirty="0" err="1"/>
              <a:t>also</a:t>
            </a:r>
            <a:r>
              <a:rPr lang="pl-PL" sz="1000" u="sng" dirty="0"/>
              <a:t> be </a:t>
            </a:r>
            <a:r>
              <a:rPr lang="pl-PL" sz="1000" u="sng" dirty="0" err="1"/>
              <a:t>observable</a:t>
            </a:r>
            <a:endParaRPr lang="pl-PL" sz="1000" u="sng" dirty="0"/>
          </a:p>
        </p:txBody>
      </p:sp>
    </p:spTree>
    <p:extLst>
      <p:ext uri="{BB962C8B-B14F-4D97-AF65-F5344CB8AC3E}">
        <p14:creationId xmlns:p14="http://schemas.microsoft.com/office/powerpoint/2010/main" val="859389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2E96E-B3C8-ABC5-1685-28B3FC3E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EBE5AE-4377-8AA9-6302-E5AE8802D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3504"/>
            <a:ext cx="12192000" cy="40109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291F280-FCA6-3DF9-A588-C7AE574ADF04}"/>
              </a:ext>
            </a:extLst>
          </p:cNvPr>
          <p:cNvSpPr txBox="1"/>
          <p:nvPr/>
        </p:nvSpPr>
        <p:spPr>
          <a:xfrm>
            <a:off x="3726023" y="5744415"/>
            <a:ext cx="4739953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 err="1"/>
              <a:t>Spanmetrics</a:t>
            </a:r>
            <a:r>
              <a:rPr lang="pl-PL" dirty="0"/>
              <a:t> - </a:t>
            </a:r>
            <a:r>
              <a:rPr lang="pl-PL" dirty="0" err="1"/>
              <a:t>Rate</a:t>
            </a:r>
            <a:r>
              <a:rPr lang="pl-PL" dirty="0"/>
              <a:t> / Error </a:t>
            </a:r>
            <a:r>
              <a:rPr lang="pl-PL" dirty="0" err="1"/>
              <a:t>count</a:t>
            </a:r>
            <a:r>
              <a:rPr lang="pl-PL" dirty="0"/>
              <a:t> / </a:t>
            </a:r>
            <a:r>
              <a:rPr lang="pl-PL" dirty="0" err="1"/>
              <a:t>Duration</a:t>
            </a:r>
            <a:endParaRPr lang="pl-PL" dirty="0"/>
          </a:p>
          <a:p>
            <a:endParaRPr lang="pl-PL" sz="1000" dirty="0"/>
          </a:p>
          <a:p>
            <a:r>
              <a:rPr lang="pl-PL" sz="1000" dirty="0"/>
              <a:t>We </a:t>
            </a:r>
            <a:r>
              <a:rPr lang="pl-PL" sz="1000" dirty="0" err="1"/>
              <a:t>automatically</a:t>
            </a:r>
            <a:r>
              <a:rPr lang="pl-PL" sz="1000" dirty="0"/>
              <a:t> </a:t>
            </a:r>
            <a:r>
              <a:rPr lang="pl-PL" sz="1000" dirty="0" err="1"/>
              <a:t>create</a:t>
            </a:r>
            <a:r>
              <a:rPr lang="pl-PL" sz="1000" dirty="0"/>
              <a:t> </a:t>
            </a:r>
            <a:r>
              <a:rPr lang="pl-PL" sz="1000" dirty="0" err="1"/>
              <a:t>metric</a:t>
            </a:r>
            <a:r>
              <a:rPr lang="pl-PL" sz="1000" dirty="0"/>
              <a:t> for </a:t>
            </a:r>
            <a:r>
              <a:rPr lang="pl-PL" sz="1000" dirty="0" err="1"/>
              <a:t>passing</a:t>
            </a:r>
            <a:r>
              <a:rPr lang="pl-PL" sz="1000" dirty="0"/>
              <a:t> </a:t>
            </a:r>
            <a:r>
              <a:rPr lang="pl-PL" sz="1000" dirty="0" err="1"/>
              <a:t>traces</a:t>
            </a:r>
            <a:r>
              <a:rPr lang="pl-PL" sz="1000" dirty="0"/>
              <a:t> / </a:t>
            </a:r>
            <a:r>
              <a:rPr lang="pl-PL" sz="1000" dirty="0" err="1"/>
              <a:t>spans</a:t>
            </a:r>
            <a:endParaRPr lang="pl-PL" sz="1000" dirty="0"/>
          </a:p>
        </p:txBody>
      </p:sp>
    </p:spTree>
    <p:extLst>
      <p:ext uri="{BB962C8B-B14F-4D97-AF65-F5344CB8AC3E}">
        <p14:creationId xmlns:p14="http://schemas.microsoft.com/office/powerpoint/2010/main" val="858822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1A740-3C98-11CD-8115-188920CD3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2F49248-A2BB-75EA-EAE5-BDA6C51BFDA8}"/>
              </a:ext>
            </a:extLst>
          </p:cNvPr>
          <p:cNvSpPr txBox="1"/>
          <p:nvPr/>
        </p:nvSpPr>
        <p:spPr>
          <a:xfrm>
            <a:off x="6486726" y="6312386"/>
            <a:ext cx="25086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https://www.otelbin.io</a:t>
            </a:r>
            <a:endParaRPr lang="pl-P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3D4358-7346-15A2-1883-BECC4F58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083" y="1589336"/>
            <a:ext cx="2717890" cy="51584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AA4E321-0C1F-6EC0-A368-97F29C0285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951" y="288576"/>
            <a:ext cx="3790203" cy="59516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2FCD85A-FD34-4FE2-39A3-054096C962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8091" y="288576"/>
            <a:ext cx="3202535" cy="1187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473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EC716-F431-4B12-D941-19C0F1807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What is OpenTelemetry? [Everything You Need to Know] | SigNoz">
            <a:extLst>
              <a:ext uri="{FF2B5EF4-FFF2-40B4-BE49-F238E27FC236}">
                <a16:creationId xmlns:a16="http://schemas.microsoft.com/office/drawing/2014/main" id="{35EF798B-E253-7A6C-114F-288994A14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2616" y="126924"/>
            <a:ext cx="9223722" cy="5034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FDB5E67-8F4F-C1C9-31B6-C53FF6D30CF7}"/>
              </a:ext>
            </a:extLst>
          </p:cNvPr>
          <p:cNvSpPr txBox="1"/>
          <p:nvPr/>
        </p:nvSpPr>
        <p:spPr>
          <a:xfrm>
            <a:off x="1572616" y="5299976"/>
            <a:ext cx="92237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 err="1"/>
              <a:t>Filters</a:t>
            </a:r>
            <a:r>
              <a:rPr lang="pl-PL" sz="1000" dirty="0"/>
              <a:t>             </a:t>
            </a:r>
            <a:r>
              <a:rPr lang="pl-PL" sz="1000" dirty="0" err="1"/>
              <a:t>discarding</a:t>
            </a:r>
            <a:r>
              <a:rPr lang="pl-PL" sz="1000" dirty="0"/>
              <a:t> </a:t>
            </a:r>
            <a:r>
              <a:rPr lang="pl-PL" sz="1000" dirty="0" err="1"/>
              <a:t>annoying</a:t>
            </a:r>
            <a:r>
              <a:rPr lang="pl-PL" sz="1000" dirty="0"/>
              <a:t> </a:t>
            </a:r>
            <a:r>
              <a:rPr lang="pl-PL" sz="1000" dirty="0" err="1"/>
              <a:t>logs</a:t>
            </a:r>
            <a:r>
              <a:rPr lang="pl-PL" sz="1000" dirty="0"/>
              <a:t> / </a:t>
            </a:r>
            <a:r>
              <a:rPr lang="pl-PL" sz="1000" dirty="0" err="1"/>
              <a:t>sensitive</a:t>
            </a:r>
            <a:r>
              <a:rPr lang="pl-PL" sz="1000" dirty="0"/>
              <a:t> data </a:t>
            </a:r>
            <a:r>
              <a:rPr lang="pl-PL" sz="1000" dirty="0" err="1"/>
              <a:t>before</a:t>
            </a:r>
            <a:r>
              <a:rPr lang="pl-PL" sz="1000" dirty="0"/>
              <a:t> </a:t>
            </a:r>
            <a:r>
              <a:rPr lang="pl-PL" sz="1000" dirty="0" err="1"/>
              <a:t>it</a:t>
            </a:r>
            <a:r>
              <a:rPr lang="pl-PL" sz="1000" dirty="0"/>
              <a:t> </a:t>
            </a:r>
            <a:r>
              <a:rPr lang="pl-PL" sz="1000" dirty="0" err="1"/>
              <a:t>leaves</a:t>
            </a:r>
            <a:r>
              <a:rPr lang="pl-PL" sz="1000" dirty="0"/>
              <a:t> </a:t>
            </a:r>
            <a:r>
              <a:rPr lang="pl-PL" sz="1000" dirty="0" err="1"/>
              <a:t>your</a:t>
            </a:r>
            <a:r>
              <a:rPr lang="pl-PL" sz="1000" dirty="0"/>
              <a:t> system (ping, </a:t>
            </a:r>
            <a:r>
              <a:rPr lang="pl-PL" sz="1000" dirty="0" err="1"/>
              <a:t>healthchecks</a:t>
            </a:r>
            <a:r>
              <a:rPr lang="pl-PL" sz="1000" dirty="0"/>
              <a:t>, </a:t>
            </a:r>
            <a:r>
              <a:rPr lang="pl-PL" sz="1000" dirty="0" err="1"/>
              <a:t>passwords</a:t>
            </a:r>
            <a:r>
              <a:rPr lang="pl-PL" sz="1000" dirty="0"/>
              <a:t>, </a:t>
            </a:r>
            <a:r>
              <a:rPr lang="pl-PL" sz="1000" dirty="0" err="1"/>
              <a:t>creadit</a:t>
            </a:r>
            <a:r>
              <a:rPr lang="pl-PL" sz="1000" dirty="0"/>
              <a:t> </a:t>
            </a:r>
            <a:r>
              <a:rPr lang="pl-PL" sz="1000" dirty="0" err="1"/>
              <a:t>card</a:t>
            </a:r>
            <a:r>
              <a:rPr lang="pl-PL" sz="1000" dirty="0"/>
              <a:t> </a:t>
            </a:r>
            <a:r>
              <a:rPr lang="pl-PL" sz="1000" dirty="0" err="1"/>
              <a:t>ids</a:t>
            </a:r>
            <a:r>
              <a:rPr lang="pl-PL" sz="1000" dirty="0"/>
              <a:t>, </a:t>
            </a:r>
            <a:r>
              <a:rPr lang="pl-PL" sz="1000" dirty="0" err="1"/>
              <a:t>passing</a:t>
            </a:r>
            <a:r>
              <a:rPr lang="pl-PL" sz="1000" dirty="0"/>
              <a:t> </a:t>
            </a:r>
            <a:r>
              <a:rPr lang="pl-PL" sz="1000" dirty="0" err="1"/>
              <a:t>only</a:t>
            </a:r>
            <a:r>
              <a:rPr lang="pl-PL" sz="1000" dirty="0"/>
              <a:t> </a:t>
            </a:r>
            <a:r>
              <a:rPr lang="pl-PL" sz="1000" dirty="0" err="1"/>
              <a:t>certain</a:t>
            </a:r>
            <a:r>
              <a:rPr lang="pl-PL" sz="1000" dirty="0"/>
              <a:t> log </a:t>
            </a:r>
            <a:r>
              <a:rPr lang="pl-PL" sz="1000" dirty="0" err="1"/>
              <a:t>levels</a:t>
            </a:r>
            <a:r>
              <a:rPr lang="pl-PL" sz="1000" dirty="0"/>
              <a:t>)</a:t>
            </a:r>
          </a:p>
          <a:p>
            <a:r>
              <a:rPr lang="pl-PL" dirty="0" err="1"/>
              <a:t>Enrich</a:t>
            </a:r>
            <a:r>
              <a:rPr lang="pl-PL" sz="1000" dirty="0"/>
              <a:t>            </a:t>
            </a:r>
            <a:r>
              <a:rPr lang="pl-PL" sz="800" dirty="0" err="1"/>
              <a:t>adding</a:t>
            </a:r>
            <a:r>
              <a:rPr lang="pl-PL" sz="800" dirty="0"/>
              <a:t> </a:t>
            </a:r>
            <a:r>
              <a:rPr lang="pl-PL" sz="800" dirty="0" err="1"/>
              <a:t>tags</a:t>
            </a:r>
            <a:r>
              <a:rPr lang="pl-PL" sz="800" dirty="0"/>
              <a:t> </a:t>
            </a:r>
            <a:r>
              <a:rPr lang="pl-PL" sz="800" dirty="0" err="1"/>
              <a:t>about</a:t>
            </a:r>
            <a:r>
              <a:rPr lang="pl-PL" sz="800" dirty="0"/>
              <a:t> </a:t>
            </a:r>
            <a:r>
              <a:rPr lang="pl-PL" sz="800" dirty="0" err="1"/>
              <a:t>application</a:t>
            </a:r>
            <a:r>
              <a:rPr lang="pl-PL" sz="800" dirty="0"/>
              <a:t> </a:t>
            </a:r>
            <a:r>
              <a:rPr lang="pl-PL" sz="800" dirty="0" err="1"/>
              <a:t>deplyment</a:t>
            </a:r>
            <a:r>
              <a:rPr lang="pl-PL" sz="800" dirty="0"/>
              <a:t> (</a:t>
            </a:r>
            <a:r>
              <a:rPr lang="pl-PL" sz="800" dirty="0" err="1"/>
              <a:t>instance</a:t>
            </a:r>
            <a:r>
              <a:rPr lang="pl-PL" sz="800" dirty="0"/>
              <a:t> numer, </a:t>
            </a:r>
            <a:r>
              <a:rPr lang="pl-PL" sz="800" dirty="0" err="1"/>
              <a:t>cloud</a:t>
            </a:r>
            <a:r>
              <a:rPr lang="pl-PL" sz="800" dirty="0"/>
              <a:t> region, test / </a:t>
            </a:r>
            <a:r>
              <a:rPr lang="pl-PL" sz="800" dirty="0" err="1"/>
              <a:t>production</a:t>
            </a:r>
            <a:r>
              <a:rPr lang="pl-PL" sz="800" dirty="0"/>
              <a:t>)</a:t>
            </a:r>
          </a:p>
          <a:p>
            <a:r>
              <a:rPr lang="pl-PL" dirty="0" err="1"/>
              <a:t>Sample</a:t>
            </a:r>
            <a:r>
              <a:rPr lang="pl-PL" sz="1000" dirty="0"/>
              <a:t>          </a:t>
            </a:r>
            <a:r>
              <a:rPr lang="pl-PL" sz="1000" dirty="0" err="1"/>
              <a:t>lets</a:t>
            </a:r>
            <a:r>
              <a:rPr lang="pl-PL" sz="1000" dirty="0"/>
              <a:t> </a:t>
            </a:r>
            <a:r>
              <a:rPr lang="pl-PL" sz="1000" dirty="0" err="1"/>
              <a:t>store</a:t>
            </a:r>
            <a:r>
              <a:rPr lang="pl-PL" sz="1000" dirty="0"/>
              <a:t> 1% of </a:t>
            </a:r>
            <a:r>
              <a:rPr lang="pl-PL" sz="1000" dirty="0" err="1"/>
              <a:t>normal</a:t>
            </a:r>
            <a:r>
              <a:rPr lang="pl-PL" sz="1000" dirty="0"/>
              <a:t> </a:t>
            </a:r>
            <a:r>
              <a:rPr lang="pl-PL" sz="1000" dirty="0" err="1"/>
              <a:t>requests</a:t>
            </a:r>
            <a:r>
              <a:rPr lang="pl-PL" sz="1000" dirty="0"/>
              <a:t> (to </a:t>
            </a:r>
            <a:r>
              <a:rPr lang="pl-PL" sz="1000" dirty="0" err="1"/>
              <a:t>get</a:t>
            </a:r>
            <a:r>
              <a:rPr lang="pl-PL" sz="1000" dirty="0"/>
              <a:t> the </a:t>
            </a:r>
            <a:r>
              <a:rPr lang="pl-PL" sz="1000" dirty="0" err="1"/>
              <a:t>baseline</a:t>
            </a:r>
            <a:r>
              <a:rPr lang="pl-PL" sz="1000" dirty="0"/>
              <a:t>) and </a:t>
            </a:r>
            <a:r>
              <a:rPr lang="pl-PL" sz="1000" dirty="0" err="1"/>
              <a:t>store</a:t>
            </a:r>
            <a:r>
              <a:rPr lang="pl-PL" sz="1000" dirty="0"/>
              <a:t> </a:t>
            </a:r>
            <a:r>
              <a:rPr lang="pl-PL" sz="1000" dirty="0" err="1"/>
              <a:t>all</a:t>
            </a:r>
            <a:r>
              <a:rPr lang="pl-PL" sz="1000" dirty="0"/>
              <a:t> Error http </a:t>
            </a:r>
            <a:r>
              <a:rPr lang="pl-PL" sz="1000" dirty="0" err="1"/>
              <a:t>responses</a:t>
            </a:r>
            <a:r>
              <a:rPr lang="pl-PL" sz="1000" dirty="0"/>
              <a:t> and </a:t>
            </a:r>
            <a:r>
              <a:rPr lang="pl-PL" sz="1000" dirty="0" err="1"/>
              <a:t>all</a:t>
            </a:r>
            <a:r>
              <a:rPr lang="pl-PL" sz="1000" dirty="0"/>
              <a:t> </a:t>
            </a:r>
            <a:r>
              <a:rPr lang="pl-PL" sz="1000" dirty="0" err="1"/>
              <a:t>responses</a:t>
            </a:r>
            <a:r>
              <a:rPr lang="pl-PL" sz="1000" dirty="0"/>
              <a:t> </a:t>
            </a:r>
            <a:r>
              <a:rPr lang="pl-PL" sz="1000" dirty="0" err="1"/>
              <a:t>longer</a:t>
            </a:r>
            <a:r>
              <a:rPr lang="pl-PL" sz="1000" dirty="0"/>
              <a:t> </a:t>
            </a:r>
            <a:r>
              <a:rPr lang="pl-PL" sz="1000" dirty="0" err="1"/>
              <a:t>then</a:t>
            </a:r>
            <a:r>
              <a:rPr lang="pl-PL" sz="1000" dirty="0"/>
              <a:t> 200ms</a:t>
            </a:r>
          </a:p>
          <a:p>
            <a:r>
              <a:rPr lang="pl-PL" dirty="0" err="1"/>
              <a:t>Batch</a:t>
            </a:r>
            <a:r>
              <a:rPr lang="pl-PL" sz="1000" dirty="0"/>
              <a:t>               </a:t>
            </a:r>
            <a:r>
              <a:rPr lang="pl-PL" sz="1000" dirty="0" err="1"/>
              <a:t>sending</a:t>
            </a:r>
            <a:r>
              <a:rPr lang="pl-PL" sz="1000" dirty="0"/>
              <a:t> data in </a:t>
            </a:r>
            <a:r>
              <a:rPr lang="pl-PL" sz="1000" dirty="0" err="1"/>
              <a:t>batches</a:t>
            </a:r>
            <a:r>
              <a:rPr lang="pl-PL" sz="1000" dirty="0"/>
              <a:t> - </a:t>
            </a:r>
            <a:r>
              <a:rPr lang="pl-PL" sz="1000" dirty="0" err="1"/>
              <a:t>send</a:t>
            </a:r>
            <a:r>
              <a:rPr lang="pl-PL" sz="1000" dirty="0"/>
              <a:t> </a:t>
            </a:r>
            <a:r>
              <a:rPr lang="pl-PL" sz="1000" dirty="0" err="1"/>
              <a:t>when</a:t>
            </a:r>
            <a:r>
              <a:rPr lang="pl-PL" sz="1000" dirty="0"/>
              <a:t> </a:t>
            </a:r>
            <a:r>
              <a:rPr lang="pl-PL" sz="1000" dirty="0" err="1"/>
              <a:t>buffer</a:t>
            </a:r>
            <a:r>
              <a:rPr lang="pl-PL" sz="1000" dirty="0"/>
              <a:t> </a:t>
            </a:r>
            <a:r>
              <a:rPr lang="pl-PL" sz="1000" dirty="0" err="1"/>
              <a:t>filles</a:t>
            </a:r>
            <a:r>
              <a:rPr lang="pl-PL" sz="1000" dirty="0"/>
              <a:t> &amp; </a:t>
            </a:r>
            <a:r>
              <a:rPr lang="pl-PL" sz="1000" dirty="0" err="1"/>
              <a:t>drain</a:t>
            </a:r>
            <a:r>
              <a:rPr lang="pl-PL" sz="1000" dirty="0"/>
              <a:t> </a:t>
            </a:r>
            <a:r>
              <a:rPr lang="pl-PL" sz="1000" dirty="0" err="1"/>
              <a:t>after</a:t>
            </a:r>
            <a:r>
              <a:rPr lang="pl-PL" sz="1000" dirty="0"/>
              <a:t> </a:t>
            </a:r>
            <a:r>
              <a:rPr lang="pl-PL" sz="1000" dirty="0" err="1"/>
              <a:t>fixed</a:t>
            </a:r>
            <a:r>
              <a:rPr lang="pl-PL" sz="1000" dirty="0"/>
              <a:t> period</a:t>
            </a:r>
          </a:p>
        </p:txBody>
      </p:sp>
    </p:spTree>
    <p:extLst>
      <p:ext uri="{BB962C8B-B14F-4D97-AF65-F5344CB8AC3E}">
        <p14:creationId xmlns:p14="http://schemas.microsoft.com/office/powerpoint/2010/main" val="2640656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7DA0-FDAE-40E7-D996-A0F1257C2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chitecture | Jaeger">
            <a:extLst>
              <a:ext uri="{FF2B5EF4-FFF2-40B4-BE49-F238E27FC236}">
                <a16:creationId xmlns:a16="http://schemas.microsoft.com/office/drawing/2014/main" id="{987B1B4A-A5BC-032A-63D5-AFD2B36C8F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2069" y="1682759"/>
            <a:ext cx="9547860" cy="394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E71761-0010-7E56-3F5C-9AE74022D921}"/>
              </a:ext>
            </a:extLst>
          </p:cNvPr>
          <p:cNvSpPr txBox="1"/>
          <p:nvPr/>
        </p:nvSpPr>
        <p:spPr>
          <a:xfrm>
            <a:off x="4040504" y="417790"/>
            <a:ext cx="41109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800" dirty="0" err="1"/>
              <a:t>Traces</a:t>
            </a:r>
            <a:r>
              <a:rPr lang="pl-PL" sz="4800" dirty="0"/>
              <a:t> / </a:t>
            </a:r>
            <a:r>
              <a:rPr lang="pl-PL" sz="4800" dirty="0" err="1"/>
              <a:t>Spans</a:t>
            </a:r>
            <a:endParaRPr lang="pl-PL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20EA51-E67F-8103-4AFE-5FAD9F1D5EEB}"/>
              </a:ext>
            </a:extLst>
          </p:cNvPr>
          <p:cNvSpPr txBox="1"/>
          <p:nvPr/>
        </p:nvSpPr>
        <p:spPr>
          <a:xfrm>
            <a:off x="5204460" y="5689044"/>
            <a:ext cx="69875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Span</a:t>
            </a:r>
            <a:r>
              <a:rPr lang="pl-PL" dirty="0"/>
              <a:t> -&gt; </a:t>
            </a:r>
            <a:r>
              <a:rPr lang="pl-PL" dirty="0" err="1"/>
              <a:t>smallest</a:t>
            </a:r>
            <a:r>
              <a:rPr lang="pl-PL" dirty="0"/>
              <a:t> set of </a:t>
            </a:r>
            <a:r>
              <a:rPr lang="pl-PL" dirty="0" err="1"/>
              <a:t>tasks</a:t>
            </a:r>
            <a:r>
              <a:rPr lang="pl-PL" dirty="0"/>
              <a:t>, </a:t>
            </a:r>
            <a:r>
              <a:rPr lang="pl-PL" dirty="0" err="1"/>
              <a:t>you</a:t>
            </a:r>
            <a:r>
              <a:rPr lang="pl-PL" dirty="0"/>
              <a:t> </a:t>
            </a:r>
            <a:r>
              <a:rPr lang="pl-PL" dirty="0" err="1"/>
              <a:t>decide</a:t>
            </a:r>
            <a:r>
              <a:rPr lang="pl-PL" dirty="0"/>
              <a:t> to </a:t>
            </a:r>
            <a:r>
              <a:rPr lang="pl-PL" dirty="0" err="1"/>
              <a:t>track</a:t>
            </a:r>
            <a:endParaRPr lang="pl-PL" dirty="0"/>
          </a:p>
          <a:p>
            <a:endParaRPr lang="pl-PL" dirty="0"/>
          </a:p>
          <a:p>
            <a:r>
              <a:rPr lang="pl-PL" sz="1000" dirty="0" err="1"/>
              <a:t>this</a:t>
            </a:r>
            <a:r>
              <a:rPr lang="pl-PL" sz="1000" dirty="0"/>
              <a:t> </a:t>
            </a:r>
            <a:r>
              <a:rPr lang="pl-PL" sz="1000" dirty="0" err="1"/>
              <a:t>opens</a:t>
            </a:r>
            <a:r>
              <a:rPr lang="pl-PL" sz="1000" dirty="0"/>
              <a:t> </a:t>
            </a:r>
            <a:r>
              <a:rPr lang="pl-PL" sz="1000" dirty="0" err="1"/>
              <a:t>possibility</a:t>
            </a:r>
            <a:r>
              <a:rPr lang="pl-PL" sz="1000" dirty="0"/>
              <a:t> to </a:t>
            </a:r>
            <a:r>
              <a:rPr lang="pl-PL" sz="1000" dirty="0" err="1"/>
              <a:t>observing</a:t>
            </a:r>
            <a:r>
              <a:rPr lang="pl-PL" sz="1000" dirty="0"/>
              <a:t> </a:t>
            </a:r>
            <a:r>
              <a:rPr lang="pl-PL" sz="1000" dirty="0" err="1"/>
              <a:t>gaps</a:t>
            </a:r>
            <a:r>
              <a:rPr lang="pl-PL" sz="1000" dirty="0"/>
              <a:t> in </a:t>
            </a:r>
            <a:r>
              <a:rPr lang="pl-PL" sz="1000" dirty="0" err="1"/>
              <a:t>span</a:t>
            </a:r>
            <a:r>
              <a:rPr lang="pl-PL" sz="1000" dirty="0"/>
              <a:t> hierarchy</a:t>
            </a:r>
          </a:p>
          <a:p>
            <a:r>
              <a:rPr lang="pl-PL" sz="1000" dirty="0" err="1"/>
              <a:t>when</a:t>
            </a:r>
            <a:r>
              <a:rPr lang="pl-PL" sz="1000" dirty="0"/>
              <a:t> </a:t>
            </a:r>
            <a:r>
              <a:rPr lang="pl-PL" sz="1000" dirty="0" err="1"/>
              <a:t>some</a:t>
            </a:r>
            <a:r>
              <a:rPr lang="pl-PL" sz="1000" dirty="0"/>
              <a:t> </a:t>
            </a:r>
            <a:r>
              <a:rPr lang="pl-PL" sz="1000" dirty="0" err="1"/>
              <a:t>processing</a:t>
            </a:r>
            <a:r>
              <a:rPr lang="pl-PL" sz="1000" dirty="0"/>
              <a:t> </a:t>
            </a:r>
            <a:r>
              <a:rPr lang="pl-PL" sz="1000" dirty="0" err="1"/>
              <a:t>is</a:t>
            </a:r>
            <a:r>
              <a:rPr lang="pl-PL" sz="1000" dirty="0"/>
              <a:t> </a:t>
            </a:r>
            <a:r>
              <a:rPr lang="pl-PL" sz="1000" dirty="0" err="1"/>
              <a:t>untracked</a:t>
            </a:r>
            <a:r>
              <a:rPr lang="pl-PL" sz="1000" dirty="0"/>
              <a:t> </a:t>
            </a:r>
            <a:r>
              <a:rPr lang="pl-PL" sz="1000" dirty="0" err="1"/>
              <a:t>parent</a:t>
            </a:r>
            <a:r>
              <a:rPr lang="pl-PL" sz="1000" dirty="0"/>
              <a:t> </a:t>
            </a:r>
            <a:r>
              <a:rPr lang="pl-PL" sz="1000" dirty="0" err="1"/>
              <a:t>span</a:t>
            </a:r>
            <a:r>
              <a:rPr lang="pl-PL" sz="1000" dirty="0"/>
              <a:t> </a:t>
            </a:r>
            <a:r>
              <a:rPr lang="pl-PL" sz="1000" dirty="0" err="1"/>
              <a:t>is</a:t>
            </a:r>
            <a:r>
              <a:rPr lang="pl-PL" sz="1000" dirty="0"/>
              <a:t> </a:t>
            </a:r>
            <a:r>
              <a:rPr lang="pl-PL" sz="1000" dirty="0" err="1"/>
              <a:t>just</a:t>
            </a:r>
            <a:r>
              <a:rPr lang="pl-PL" sz="1000" dirty="0"/>
              <a:t> </a:t>
            </a:r>
            <a:r>
              <a:rPr lang="pl-PL" sz="1000" dirty="0" err="1"/>
              <a:t>growing</a:t>
            </a:r>
            <a:r>
              <a:rPr lang="pl-PL" sz="1000" dirty="0"/>
              <a:t> </a:t>
            </a:r>
            <a:r>
              <a:rPr lang="pl-PL" sz="1000" dirty="0" err="1"/>
              <a:t>wider</a:t>
            </a:r>
            <a:r>
              <a:rPr lang="pl-PL" sz="1000" dirty="0"/>
              <a:t> and </a:t>
            </a:r>
            <a:r>
              <a:rPr lang="pl-PL" sz="1000" dirty="0" err="1"/>
              <a:t>wider</a:t>
            </a:r>
            <a:r>
              <a:rPr lang="pl-PL" sz="1000" dirty="0"/>
              <a:t>, </a:t>
            </a:r>
            <a:r>
              <a:rPr lang="pl-PL" sz="1000" dirty="0" err="1"/>
              <a:t>while</a:t>
            </a:r>
            <a:r>
              <a:rPr lang="pl-PL" sz="1000" dirty="0"/>
              <a:t> </a:t>
            </a:r>
            <a:r>
              <a:rPr lang="pl-PL" sz="1000" dirty="0" err="1"/>
              <a:t>childern</a:t>
            </a:r>
            <a:r>
              <a:rPr lang="pl-PL" sz="1000" dirty="0"/>
              <a:t> </a:t>
            </a:r>
            <a:r>
              <a:rPr lang="pl-PL" sz="1000" dirty="0" err="1"/>
              <a:t>spans</a:t>
            </a:r>
            <a:r>
              <a:rPr lang="pl-PL" sz="1000" dirty="0"/>
              <a:t> </a:t>
            </a:r>
            <a:r>
              <a:rPr lang="pl-PL" sz="1000" dirty="0" err="1"/>
              <a:t>remain</a:t>
            </a:r>
            <a:r>
              <a:rPr lang="pl-PL" sz="1000" dirty="0"/>
              <a:t> </a:t>
            </a:r>
            <a:r>
              <a:rPr lang="pl-PL" sz="1000" dirty="0" err="1"/>
              <a:t>their</a:t>
            </a:r>
            <a:r>
              <a:rPr lang="pl-PL" sz="1000" dirty="0"/>
              <a:t> </a:t>
            </a:r>
            <a:r>
              <a:rPr lang="pl-PL" sz="1000" dirty="0" err="1"/>
              <a:t>normal</a:t>
            </a:r>
            <a:r>
              <a:rPr lang="pl-PL" sz="1000" dirty="0"/>
              <a:t> </a:t>
            </a:r>
            <a:r>
              <a:rPr lang="pl-PL" sz="1000" dirty="0" err="1"/>
              <a:t>sizes</a:t>
            </a:r>
            <a:endParaRPr lang="pl-PL" sz="1000" dirty="0"/>
          </a:p>
          <a:p>
            <a:r>
              <a:rPr lang="pl-PL" sz="1000" dirty="0" err="1"/>
              <a:t>this</a:t>
            </a:r>
            <a:r>
              <a:rPr lang="pl-PL" sz="1000" dirty="0"/>
              <a:t> </a:t>
            </a:r>
            <a:r>
              <a:rPr lang="pl-PL" sz="1000" dirty="0" err="1"/>
              <a:t>could</a:t>
            </a:r>
            <a:r>
              <a:rPr lang="pl-PL" sz="1000" dirty="0"/>
              <a:t> be a </a:t>
            </a:r>
            <a:r>
              <a:rPr lang="pl-PL" sz="1000" dirty="0" err="1"/>
              <a:t>consequence</a:t>
            </a:r>
            <a:r>
              <a:rPr lang="pl-PL" sz="1000" dirty="0"/>
              <a:t> of c</a:t>
            </a:r>
            <a:r>
              <a:rPr lang="en-US" sz="1000" dirty="0" err="1"/>
              <a:t>oarse</a:t>
            </a:r>
            <a:r>
              <a:rPr lang="en-US" sz="1000" dirty="0"/>
              <a:t>-grained</a:t>
            </a:r>
            <a:r>
              <a:rPr lang="pl-PL" sz="1000" dirty="0"/>
              <a:t> </a:t>
            </a:r>
            <a:r>
              <a:rPr lang="pl-PL" sz="1000" dirty="0" err="1"/>
              <a:t>spans</a:t>
            </a:r>
            <a:r>
              <a:rPr lang="pl-PL" sz="1000" dirty="0"/>
              <a:t> (not </a:t>
            </a:r>
            <a:r>
              <a:rPr lang="pl-PL" sz="1000" dirty="0" err="1"/>
              <a:t>enought</a:t>
            </a:r>
            <a:r>
              <a:rPr lang="pl-PL" sz="1000" dirty="0"/>
              <a:t> </a:t>
            </a:r>
            <a:r>
              <a:rPr lang="pl-PL" sz="1000" dirty="0" err="1"/>
              <a:t>processing</a:t>
            </a:r>
            <a:r>
              <a:rPr lang="pl-PL" sz="1000" dirty="0"/>
              <a:t> </a:t>
            </a:r>
            <a:r>
              <a:rPr lang="pl-PL" sz="1000" dirty="0" err="1"/>
              <a:t>gets</a:t>
            </a:r>
            <a:r>
              <a:rPr lang="pl-PL" sz="1000" dirty="0"/>
              <a:t> </a:t>
            </a:r>
            <a:r>
              <a:rPr lang="pl-PL" sz="1000" dirty="0" err="1"/>
              <a:t>its</a:t>
            </a:r>
            <a:r>
              <a:rPr lang="pl-PL" sz="1000" dirty="0"/>
              <a:t> </a:t>
            </a:r>
            <a:r>
              <a:rPr lang="pl-PL" sz="1000" dirty="0" err="1"/>
              <a:t>own</a:t>
            </a:r>
            <a:r>
              <a:rPr lang="pl-PL" sz="1000" dirty="0"/>
              <a:t> </a:t>
            </a:r>
            <a:r>
              <a:rPr lang="pl-PL" sz="1000" dirty="0" err="1"/>
              <a:t>span</a:t>
            </a:r>
            <a:r>
              <a:rPr lang="pl-PL" sz="1000" dirty="0"/>
              <a:t>, we </a:t>
            </a:r>
            <a:r>
              <a:rPr lang="pl-PL" sz="1000" dirty="0" err="1"/>
              <a:t>missed</a:t>
            </a:r>
            <a:r>
              <a:rPr lang="pl-PL" sz="1000" dirty="0"/>
              <a:t> </a:t>
            </a:r>
            <a:r>
              <a:rPr lang="pl-PL" sz="1000" dirty="0" err="1"/>
              <a:t>spots</a:t>
            </a:r>
            <a:r>
              <a:rPr lang="pl-PL" sz="1000" dirty="0"/>
              <a:t> of </a:t>
            </a:r>
            <a:r>
              <a:rPr lang="pl-PL" sz="1000" dirty="0" err="1"/>
              <a:t>our</a:t>
            </a:r>
            <a:r>
              <a:rPr lang="pl-PL" sz="1000" dirty="0"/>
              <a:t> </a:t>
            </a:r>
            <a:r>
              <a:rPr lang="pl-PL" sz="1000" dirty="0" err="1"/>
              <a:t>code</a:t>
            </a:r>
            <a:r>
              <a:rPr lang="pl-PL" sz="1000" dirty="0"/>
              <a:t>)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429604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4B63E-772D-B853-EA32-131F8F75A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4BF192C-D140-88D5-AB4A-A7EC9734D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506" y="264695"/>
            <a:ext cx="7530988" cy="6328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5A5A6B-ACC9-BCD5-27CD-B1A5CB94484C}"/>
              </a:ext>
            </a:extLst>
          </p:cNvPr>
          <p:cNvSpPr txBox="1"/>
          <p:nvPr/>
        </p:nvSpPr>
        <p:spPr>
          <a:xfrm>
            <a:off x="64322" y="1219200"/>
            <a:ext cx="214162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HTTP </a:t>
            </a:r>
            <a:r>
              <a:rPr lang="pl-PL" dirty="0" err="1"/>
              <a:t>Header</a:t>
            </a:r>
            <a:r>
              <a:rPr lang="pl-PL" dirty="0"/>
              <a:t> / </a:t>
            </a:r>
            <a:r>
              <a:rPr lang="pl-PL" dirty="0" err="1"/>
              <a:t>Protobuff</a:t>
            </a:r>
            <a:r>
              <a:rPr lang="pl-PL" dirty="0"/>
              <a:t> </a:t>
            </a:r>
            <a:r>
              <a:rPr lang="pl-PL" dirty="0" err="1"/>
              <a:t>Metadata</a:t>
            </a:r>
            <a:endParaRPr lang="pl-PL" dirty="0"/>
          </a:p>
          <a:p>
            <a:endParaRPr lang="pl-PL" dirty="0"/>
          </a:p>
          <a:p>
            <a:pPr marL="285750" indent="-285750">
              <a:buFontTx/>
              <a:buChar char="-"/>
            </a:pPr>
            <a:r>
              <a:rPr lang="pl-PL" dirty="0" err="1"/>
              <a:t>trace</a:t>
            </a:r>
            <a:r>
              <a:rPr lang="pl-PL" dirty="0"/>
              <a:t> id</a:t>
            </a:r>
          </a:p>
          <a:p>
            <a:pPr marL="285750" indent="-285750">
              <a:buFontTx/>
              <a:buChar char="-"/>
            </a:pPr>
            <a:r>
              <a:rPr lang="pl-PL" dirty="0" err="1"/>
              <a:t>span</a:t>
            </a:r>
            <a:r>
              <a:rPr lang="pl-PL" dirty="0"/>
              <a:t> id</a:t>
            </a:r>
          </a:p>
          <a:p>
            <a:pPr marL="285750" indent="-285750">
              <a:buFontTx/>
              <a:buChar char="-"/>
            </a:pPr>
            <a:r>
              <a:rPr lang="pl-PL" dirty="0" err="1"/>
              <a:t>parent</a:t>
            </a:r>
            <a:r>
              <a:rPr lang="pl-PL" dirty="0"/>
              <a:t> </a:t>
            </a:r>
            <a:r>
              <a:rPr lang="pl-PL" dirty="0" err="1"/>
              <a:t>span</a:t>
            </a:r>
            <a:r>
              <a:rPr lang="pl-PL" dirty="0"/>
              <a:t> id</a:t>
            </a:r>
          </a:p>
          <a:p>
            <a:pPr marL="285750" indent="-285750">
              <a:buFontTx/>
              <a:buChar char="-"/>
            </a:pPr>
            <a:endParaRPr lang="pl-PL" dirty="0"/>
          </a:p>
          <a:p>
            <a:r>
              <a:rPr lang="pl-PL" sz="1400" dirty="0" err="1"/>
              <a:t>Context</a:t>
            </a:r>
            <a:endParaRPr lang="pl-PL" sz="1400" dirty="0"/>
          </a:p>
          <a:p>
            <a:endParaRPr lang="pl-PL" sz="1400" dirty="0"/>
          </a:p>
          <a:p>
            <a:endParaRPr lang="pl-PL" sz="1400" dirty="0"/>
          </a:p>
          <a:p>
            <a:endParaRPr lang="pl-PL" sz="1400" dirty="0"/>
          </a:p>
          <a:p>
            <a:endParaRPr lang="pl-PL" sz="1400" dirty="0"/>
          </a:p>
          <a:p>
            <a:endParaRPr lang="pl-PL" sz="1400" dirty="0"/>
          </a:p>
          <a:p>
            <a:r>
              <a:rPr lang="pl-PL" sz="1400" dirty="0"/>
              <a:t>Rest of the data </a:t>
            </a:r>
            <a:r>
              <a:rPr lang="pl-PL" sz="1400" dirty="0" err="1"/>
              <a:t>such</a:t>
            </a:r>
            <a:r>
              <a:rPr lang="pl-PL" sz="1400" dirty="0"/>
              <a:t> as:</a:t>
            </a:r>
          </a:p>
          <a:p>
            <a:pPr marL="285750" indent="-285750">
              <a:buFontTx/>
              <a:buChar char="-"/>
            </a:pPr>
            <a:r>
              <a:rPr lang="pl-PL" sz="1400" dirty="0" err="1"/>
              <a:t>span</a:t>
            </a:r>
            <a:r>
              <a:rPr lang="pl-PL" sz="1400" dirty="0"/>
              <a:t> </a:t>
            </a:r>
            <a:r>
              <a:rPr lang="pl-PL" sz="1400" dirty="0" err="1"/>
              <a:t>timestamps</a:t>
            </a:r>
            <a:endParaRPr lang="pl-PL" sz="1400" dirty="0"/>
          </a:p>
          <a:p>
            <a:pPr marL="285750" indent="-285750">
              <a:buFontTx/>
              <a:buChar char="-"/>
            </a:pPr>
            <a:r>
              <a:rPr lang="pl-PL" sz="1400" dirty="0" err="1"/>
              <a:t>metrics</a:t>
            </a:r>
            <a:endParaRPr lang="pl-PL" sz="1400" dirty="0"/>
          </a:p>
          <a:p>
            <a:pPr marL="285750" indent="-285750">
              <a:buFontTx/>
              <a:buChar char="-"/>
            </a:pPr>
            <a:r>
              <a:rPr lang="pl-PL" sz="1400" dirty="0" err="1"/>
              <a:t>logs</a:t>
            </a:r>
            <a:endParaRPr lang="pl-PL" sz="1400" dirty="0"/>
          </a:p>
          <a:p>
            <a:pPr marL="285750" indent="-285750">
              <a:buFontTx/>
              <a:buChar char="-"/>
            </a:pPr>
            <a:endParaRPr lang="pl-PL" sz="1400" dirty="0"/>
          </a:p>
          <a:p>
            <a:r>
              <a:rPr lang="pl-PL" sz="1400" dirty="0" err="1"/>
              <a:t>is</a:t>
            </a:r>
            <a:r>
              <a:rPr lang="pl-PL" sz="1400" dirty="0"/>
              <a:t> </a:t>
            </a:r>
            <a:r>
              <a:rPr lang="pl-PL" sz="1400" dirty="0" err="1"/>
              <a:t>sent</a:t>
            </a:r>
            <a:r>
              <a:rPr lang="pl-PL" sz="1400" dirty="0"/>
              <a:t> via </a:t>
            </a:r>
            <a:r>
              <a:rPr lang="pl-PL" sz="1400" dirty="0" err="1"/>
              <a:t>background</a:t>
            </a:r>
            <a:r>
              <a:rPr lang="pl-PL" sz="1400" dirty="0"/>
              <a:t> </a:t>
            </a:r>
            <a:r>
              <a:rPr lang="pl-PL" sz="1400" dirty="0" err="1"/>
              <a:t>thread</a:t>
            </a:r>
            <a:r>
              <a:rPr lang="pl-PL" sz="1400" dirty="0"/>
              <a:t> </a:t>
            </a:r>
            <a:r>
              <a:rPr lang="pl-PL" sz="1400" dirty="0" err="1"/>
              <a:t>straight</a:t>
            </a:r>
            <a:r>
              <a:rPr lang="pl-PL" sz="1400" dirty="0"/>
              <a:t> to </a:t>
            </a:r>
            <a:r>
              <a:rPr lang="pl-PL" sz="1400" dirty="0" err="1"/>
              <a:t>Otel</a:t>
            </a:r>
            <a:r>
              <a:rPr lang="pl-PL" sz="1400" dirty="0"/>
              <a:t> </a:t>
            </a:r>
            <a:r>
              <a:rPr lang="pl-PL" sz="1400" dirty="0" err="1"/>
              <a:t>Datacollector</a:t>
            </a:r>
            <a:r>
              <a:rPr lang="pl-PL" sz="1400" dirty="0"/>
              <a:t> </a:t>
            </a:r>
            <a:br>
              <a:rPr lang="pl-PL" sz="1400" dirty="0"/>
            </a:br>
            <a:r>
              <a:rPr lang="pl-PL" sz="1400" dirty="0"/>
              <a:t>(OTLP -&gt; </a:t>
            </a:r>
            <a:r>
              <a:rPr lang="pl-PL" sz="1400" dirty="0" err="1"/>
              <a:t>gRPC</a:t>
            </a:r>
            <a:r>
              <a:rPr lang="pl-PL" sz="1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21751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A7429-AF5A-7FCF-2BCE-F6D602750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6923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BF9B0-CD16-19EC-5643-B1BA7E716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B8D11B2-8F17-E5A9-1FFD-132A98C503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1469"/>
            <a:ext cx="12192000" cy="4475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837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43F81-6BB1-9F41-9FC4-D01FD43B0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E2480C-B906-2A8E-561D-52959907E2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9385"/>
            <a:ext cx="12192000" cy="499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687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AC531-D131-99DB-8D7F-C7E04289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3853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7D205-EB88-3D9E-BAC0-A7AC6664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9518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FF958-1027-0714-1D10-BF9586FC9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20029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44A69-4A84-E90F-8067-587F6C890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0126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C184E-34BC-7AE3-F3B5-57FECEB10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5924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AD8C2-029D-FE61-1096-37E2D3795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31761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D1F0A-8236-E8E4-0D3D-D34E3F2BA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94133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30E92-B6F6-B350-F7AA-A68B3EDD7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74298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2972</TotalTime>
  <Words>330</Words>
  <Application>Microsoft Office PowerPoint</Application>
  <PresentationFormat>Widescreen</PresentationFormat>
  <Paragraphs>62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Calisto MT</vt:lpstr>
      <vt:lpstr>Wingdings 2</vt:lpstr>
      <vt:lpstr>Slate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Wojciech Mackowiak (Nokia)</dc:creator>
  <cp:lastModifiedBy>Wojciech Mackowiak (Nokia)</cp:lastModifiedBy>
  <cp:revision>15</cp:revision>
  <dcterms:created xsi:type="dcterms:W3CDTF">2026-05-17T15:20:03Z</dcterms:created>
  <dcterms:modified xsi:type="dcterms:W3CDTF">2026-05-19T16:52:59Z</dcterms:modified>
</cp:coreProperties>
</file>